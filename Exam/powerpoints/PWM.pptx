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sldIdLst>
    <p:sldId id="256" r:id="rId2"/>
    <p:sldId id="268" r:id="rId3"/>
    <p:sldId id="269" r:id="rId4"/>
    <p:sldId id="271" r:id="rId5"/>
    <p:sldId id="270" r:id="rId6"/>
    <p:sldId id="272" r:id="rId7"/>
    <p:sldId id="273" r:id="rId8"/>
    <p:sldId id="276" r:id="rId9"/>
    <p:sldId id="277" r:id="rId10"/>
    <p:sldId id="278" r:id="rId11"/>
    <p:sldId id="274" r:id="rId12"/>
    <p:sldId id="275" r:id="rId13"/>
    <p:sldId id="279" r:id="rId14"/>
    <p:sldId id="283" r:id="rId15"/>
    <p:sldId id="280" r:id="rId16"/>
    <p:sldId id="28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EA5490-613D-4F15-9E0C-0816DC8BF4CF}" v="21" dt="2025-11-17T09:02:44.8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sse Kaae (adjunkt – lkaa@eaaa.dk)" userId="cfb87130-7601-443a-93b2-25cc2d772722" providerId="ADAL" clId="{5DCCF480-BD7E-4275-BCEC-EA6D22B0F3E3}"/>
    <pc:docChg chg="undo custSel addSld delSld modSld sldOrd">
      <pc:chgData name="Lasse Kaae (adjunkt – lkaa@eaaa.dk)" userId="cfb87130-7601-443a-93b2-25cc2d772722" providerId="ADAL" clId="{5DCCF480-BD7E-4275-BCEC-EA6D22B0F3E3}" dt="2025-11-18T06:53:37.206" v="349" actId="20577"/>
      <pc:docMkLst>
        <pc:docMk/>
      </pc:docMkLst>
      <pc:sldChg chg="modSp mod">
        <pc:chgData name="Lasse Kaae (adjunkt – lkaa@eaaa.dk)" userId="cfb87130-7601-443a-93b2-25cc2d772722" providerId="ADAL" clId="{5DCCF480-BD7E-4275-BCEC-EA6D22B0F3E3}" dt="2025-11-06T08:53:37.592" v="2" actId="20577"/>
        <pc:sldMkLst>
          <pc:docMk/>
          <pc:sldMk cId="1566681528" sldId="256"/>
        </pc:sldMkLst>
        <pc:spChg chg="mod">
          <ac:chgData name="Lasse Kaae (adjunkt – lkaa@eaaa.dk)" userId="cfb87130-7601-443a-93b2-25cc2d772722" providerId="ADAL" clId="{5DCCF480-BD7E-4275-BCEC-EA6D22B0F3E3}" dt="2025-11-06T08:53:37.592" v="2" actId="20577"/>
          <ac:spMkLst>
            <pc:docMk/>
            <pc:sldMk cId="1566681528" sldId="256"/>
            <ac:spMk id="2" creationId="{F9F93F43-8B85-E78F-5346-71067A4E066A}"/>
          </ac:spMkLst>
        </pc:spChg>
      </pc:sldChg>
      <pc:sldChg chg="addSp modSp mod">
        <pc:chgData name="Lasse Kaae (adjunkt – lkaa@eaaa.dk)" userId="cfb87130-7601-443a-93b2-25cc2d772722" providerId="ADAL" clId="{5DCCF480-BD7E-4275-BCEC-EA6D22B0F3E3}" dt="2025-11-06T08:56:09.621" v="97" actId="1076"/>
        <pc:sldMkLst>
          <pc:docMk/>
          <pc:sldMk cId="4079926458" sldId="268"/>
        </pc:sldMkLst>
        <pc:spChg chg="mod">
          <ac:chgData name="Lasse Kaae (adjunkt – lkaa@eaaa.dk)" userId="cfb87130-7601-443a-93b2-25cc2d772722" providerId="ADAL" clId="{5DCCF480-BD7E-4275-BCEC-EA6D22B0F3E3}" dt="2025-11-06T08:53:42.641" v="5" actId="20577"/>
          <ac:spMkLst>
            <pc:docMk/>
            <pc:sldMk cId="4079926458" sldId="268"/>
            <ac:spMk id="2" creationId="{342C892D-BB97-12D4-853A-2F5769190B72}"/>
          </ac:spMkLst>
        </pc:spChg>
        <pc:spChg chg="mod">
          <ac:chgData name="Lasse Kaae (adjunkt – lkaa@eaaa.dk)" userId="cfb87130-7601-443a-93b2-25cc2d772722" providerId="ADAL" clId="{5DCCF480-BD7E-4275-BCEC-EA6D22B0F3E3}" dt="2025-11-06T08:56:05.237" v="96" actId="20577"/>
          <ac:spMkLst>
            <pc:docMk/>
            <pc:sldMk cId="4079926458" sldId="268"/>
            <ac:spMk id="9" creationId="{CFFCC8D4-C68E-790E-C028-2BCF31938952}"/>
          </ac:spMkLst>
        </pc:spChg>
        <pc:picChg chg="add mod">
          <ac:chgData name="Lasse Kaae (adjunkt – lkaa@eaaa.dk)" userId="cfb87130-7601-443a-93b2-25cc2d772722" providerId="ADAL" clId="{5DCCF480-BD7E-4275-BCEC-EA6D22B0F3E3}" dt="2025-11-06T08:56:09.621" v="97" actId="1076"/>
          <ac:picMkLst>
            <pc:docMk/>
            <pc:sldMk cId="4079926458" sldId="268"/>
            <ac:picMk id="7" creationId="{C40BFFF3-ECCC-7DA7-4B41-E5DAFDFA8F3D}"/>
          </ac:picMkLst>
        </pc:picChg>
      </pc:sldChg>
      <pc:sldChg chg="addSp modSp add mod">
        <pc:chgData name="Lasse Kaae (adjunkt – lkaa@eaaa.dk)" userId="cfb87130-7601-443a-93b2-25cc2d772722" providerId="ADAL" clId="{5DCCF480-BD7E-4275-BCEC-EA6D22B0F3E3}" dt="2025-11-06T11:54:45.786" v="194" actId="1076"/>
        <pc:sldMkLst>
          <pc:docMk/>
          <pc:sldMk cId="3818257222" sldId="269"/>
        </pc:sldMkLst>
        <pc:spChg chg="mod">
          <ac:chgData name="Lasse Kaae (adjunkt – lkaa@eaaa.dk)" userId="cfb87130-7601-443a-93b2-25cc2d772722" providerId="ADAL" clId="{5DCCF480-BD7E-4275-BCEC-EA6D22B0F3E3}" dt="2025-11-06T11:54:28.112" v="191" actId="20577"/>
          <ac:spMkLst>
            <pc:docMk/>
            <pc:sldMk cId="3818257222" sldId="269"/>
            <ac:spMk id="9" creationId="{200E1A58-6F0F-2A91-776C-EDD4AA0047BF}"/>
          </ac:spMkLst>
        </pc:spChg>
        <pc:picChg chg="add mod">
          <ac:chgData name="Lasse Kaae (adjunkt – lkaa@eaaa.dk)" userId="cfb87130-7601-443a-93b2-25cc2d772722" providerId="ADAL" clId="{5DCCF480-BD7E-4275-BCEC-EA6D22B0F3E3}" dt="2025-11-06T11:54:19.987" v="179" actId="1076"/>
          <ac:picMkLst>
            <pc:docMk/>
            <pc:sldMk cId="3818257222" sldId="269"/>
            <ac:picMk id="7" creationId="{EA7277AC-B046-F661-369B-09A151DD0F46}"/>
          </ac:picMkLst>
        </pc:picChg>
        <pc:picChg chg="add mod">
          <ac:chgData name="Lasse Kaae (adjunkt – lkaa@eaaa.dk)" userId="cfb87130-7601-443a-93b2-25cc2d772722" providerId="ADAL" clId="{5DCCF480-BD7E-4275-BCEC-EA6D22B0F3E3}" dt="2025-11-06T11:54:45.786" v="194" actId="1076"/>
          <ac:picMkLst>
            <pc:docMk/>
            <pc:sldMk cId="3818257222" sldId="269"/>
            <ac:picMk id="8" creationId="{F8354421-7108-97C0-B341-8DF4B35CB756}"/>
          </ac:picMkLst>
        </pc:picChg>
      </pc:sldChg>
      <pc:sldChg chg="addSp modSp add mod">
        <pc:chgData name="Lasse Kaae (adjunkt – lkaa@eaaa.dk)" userId="cfb87130-7601-443a-93b2-25cc2d772722" providerId="ADAL" clId="{5DCCF480-BD7E-4275-BCEC-EA6D22B0F3E3}" dt="2025-11-17T08:56:53.564" v="258" actId="1036"/>
        <pc:sldMkLst>
          <pc:docMk/>
          <pc:sldMk cId="2588634173" sldId="270"/>
        </pc:sldMkLst>
        <pc:picChg chg="add mod">
          <ac:chgData name="Lasse Kaae (adjunkt – lkaa@eaaa.dk)" userId="cfb87130-7601-443a-93b2-25cc2d772722" providerId="ADAL" clId="{5DCCF480-BD7E-4275-BCEC-EA6D22B0F3E3}" dt="2025-11-17T08:56:53.564" v="258" actId="1036"/>
          <ac:picMkLst>
            <pc:docMk/>
            <pc:sldMk cId="2588634173" sldId="270"/>
            <ac:picMk id="7" creationId="{23A487CA-2D2D-3657-F22E-C101432E28B5}"/>
          </ac:picMkLst>
        </pc:picChg>
      </pc:sldChg>
      <pc:sldChg chg="addSp modSp add mod ord">
        <pc:chgData name="Lasse Kaae (adjunkt – lkaa@eaaa.dk)" userId="cfb87130-7601-443a-93b2-25cc2d772722" providerId="ADAL" clId="{5DCCF480-BD7E-4275-BCEC-EA6D22B0F3E3}" dt="2025-11-17T08:22:51.373" v="200"/>
        <pc:sldMkLst>
          <pc:docMk/>
          <pc:sldMk cId="2731347351" sldId="271"/>
        </pc:sldMkLst>
        <pc:picChg chg="add mod">
          <ac:chgData name="Lasse Kaae (adjunkt – lkaa@eaaa.dk)" userId="cfb87130-7601-443a-93b2-25cc2d772722" providerId="ADAL" clId="{5DCCF480-BD7E-4275-BCEC-EA6D22B0F3E3}" dt="2025-11-17T08:22:35.740" v="198" actId="14100"/>
          <ac:picMkLst>
            <pc:docMk/>
            <pc:sldMk cId="2731347351" sldId="271"/>
            <ac:picMk id="7" creationId="{3AE36748-435F-537C-308F-24CF0FE040E2}"/>
          </ac:picMkLst>
        </pc:picChg>
      </pc:sldChg>
      <pc:sldChg chg="addSp delSp modSp add mod">
        <pc:chgData name="Lasse Kaae (adjunkt – lkaa@eaaa.dk)" userId="cfb87130-7601-443a-93b2-25cc2d772722" providerId="ADAL" clId="{5DCCF480-BD7E-4275-BCEC-EA6D22B0F3E3}" dt="2025-11-17T09:02:48.492" v="289" actId="1076"/>
        <pc:sldMkLst>
          <pc:docMk/>
          <pc:sldMk cId="2253767679" sldId="272"/>
        </pc:sldMkLst>
        <pc:spChg chg="del">
          <ac:chgData name="Lasse Kaae (adjunkt – lkaa@eaaa.dk)" userId="cfb87130-7601-443a-93b2-25cc2d772722" providerId="ADAL" clId="{5DCCF480-BD7E-4275-BCEC-EA6D22B0F3E3}" dt="2025-11-17T08:57:43.838" v="260" actId="931"/>
          <ac:spMkLst>
            <pc:docMk/>
            <pc:sldMk cId="2253767679" sldId="272"/>
            <ac:spMk id="9" creationId="{EA86721E-6D5C-41DE-3783-B710A425DCDD}"/>
          </ac:spMkLst>
        </pc:spChg>
        <pc:spChg chg="add del mod">
          <ac:chgData name="Lasse Kaae (adjunkt – lkaa@eaaa.dk)" userId="cfb87130-7601-443a-93b2-25cc2d772722" providerId="ADAL" clId="{5DCCF480-BD7E-4275-BCEC-EA6D22B0F3E3}" dt="2025-11-17T09:01:18.380" v="267" actId="931"/>
          <ac:spMkLst>
            <pc:docMk/>
            <pc:sldMk cId="2253767679" sldId="272"/>
            <ac:spMk id="12" creationId="{3ABDFE25-97C6-2B98-356D-EEC060F81BCC}"/>
          </ac:spMkLst>
        </pc:spChg>
        <pc:spChg chg="add del mod">
          <ac:chgData name="Lasse Kaae (adjunkt – lkaa@eaaa.dk)" userId="cfb87130-7601-443a-93b2-25cc2d772722" providerId="ADAL" clId="{5DCCF480-BD7E-4275-BCEC-EA6D22B0F3E3}" dt="2025-11-17T09:01:51.994" v="274" actId="11529"/>
          <ac:spMkLst>
            <pc:docMk/>
            <pc:sldMk cId="2253767679" sldId="272"/>
            <ac:spMk id="15" creationId="{F26FC96D-E4B0-4D08-27B3-A6BB327FFE1C}"/>
          </ac:spMkLst>
        </pc:spChg>
        <pc:spChg chg="add mod">
          <ac:chgData name="Lasse Kaae (adjunkt – lkaa@eaaa.dk)" userId="cfb87130-7601-443a-93b2-25cc2d772722" providerId="ADAL" clId="{5DCCF480-BD7E-4275-BCEC-EA6D22B0F3E3}" dt="2025-11-17T09:02:40.783" v="287" actId="20577"/>
          <ac:spMkLst>
            <pc:docMk/>
            <pc:sldMk cId="2253767679" sldId="272"/>
            <ac:spMk id="21" creationId="{80F371EB-6E13-E5D3-E050-90747B3DEC42}"/>
          </ac:spMkLst>
        </pc:spChg>
        <pc:spChg chg="add mod">
          <ac:chgData name="Lasse Kaae (adjunkt – lkaa@eaaa.dk)" userId="cfb87130-7601-443a-93b2-25cc2d772722" providerId="ADAL" clId="{5DCCF480-BD7E-4275-BCEC-EA6D22B0F3E3}" dt="2025-11-17T09:02:48.492" v="289" actId="1076"/>
          <ac:spMkLst>
            <pc:docMk/>
            <pc:sldMk cId="2253767679" sldId="272"/>
            <ac:spMk id="22" creationId="{F9BEB43B-7E6E-E45D-9586-E198ACB2DE63}"/>
          </ac:spMkLst>
        </pc:spChg>
        <pc:picChg chg="add mod">
          <ac:chgData name="Lasse Kaae (adjunkt – lkaa@eaaa.dk)" userId="cfb87130-7601-443a-93b2-25cc2d772722" providerId="ADAL" clId="{5DCCF480-BD7E-4275-BCEC-EA6D22B0F3E3}" dt="2025-11-17T08:57:16.262" v="259" actId="1076"/>
          <ac:picMkLst>
            <pc:docMk/>
            <pc:sldMk cId="2253767679" sldId="272"/>
            <ac:picMk id="7" creationId="{4675D772-5AD1-9AE8-81FD-0A711CECE2E4}"/>
          </ac:picMkLst>
        </pc:picChg>
        <pc:picChg chg="add del mod">
          <ac:chgData name="Lasse Kaae (adjunkt – lkaa@eaaa.dk)" userId="cfb87130-7601-443a-93b2-25cc2d772722" providerId="ADAL" clId="{5DCCF480-BD7E-4275-BCEC-EA6D22B0F3E3}" dt="2025-11-17T08:58:43.550" v="266" actId="478"/>
          <ac:picMkLst>
            <pc:docMk/>
            <pc:sldMk cId="2253767679" sldId="272"/>
            <ac:picMk id="10" creationId="{580B7D3F-DB91-C12F-D6EA-63BE61CC1FF3}"/>
          </ac:picMkLst>
        </pc:picChg>
        <pc:picChg chg="add mod">
          <ac:chgData name="Lasse Kaae (adjunkt – lkaa@eaaa.dk)" userId="cfb87130-7601-443a-93b2-25cc2d772722" providerId="ADAL" clId="{5DCCF480-BD7E-4275-BCEC-EA6D22B0F3E3}" dt="2025-11-17T09:01:24.252" v="270" actId="1076"/>
          <ac:picMkLst>
            <pc:docMk/>
            <pc:sldMk cId="2253767679" sldId="272"/>
            <ac:picMk id="14" creationId="{FE0AA0ED-CBD9-708E-0C1F-47F0394EEC9A}"/>
          </ac:picMkLst>
        </pc:picChg>
        <pc:cxnChg chg="add mod">
          <ac:chgData name="Lasse Kaae (adjunkt – lkaa@eaaa.dk)" userId="cfb87130-7601-443a-93b2-25cc2d772722" providerId="ADAL" clId="{5DCCF480-BD7E-4275-BCEC-EA6D22B0F3E3}" dt="2025-11-17T09:02:06.248" v="276" actId="13822"/>
          <ac:cxnSpMkLst>
            <pc:docMk/>
            <pc:sldMk cId="2253767679" sldId="272"/>
            <ac:cxnSpMk id="17" creationId="{6E358AE8-C557-3FF8-E42F-53766D69A5AD}"/>
          </ac:cxnSpMkLst>
        </pc:cxnChg>
        <pc:cxnChg chg="add mod">
          <ac:chgData name="Lasse Kaae (adjunkt – lkaa@eaaa.dk)" userId="cfb87130-7601-443a-93b2-25cc2d772722" providerId="ADAL" clId="{5DCCF480-BD7E-4275-BCEC-EA6D22B0F3E3}" dt="2025-11-17T09:02:23.689" v="281" actId="14100"/>
          <ac:cxnSpMkLst>
            <pc:docMk/>
            <pc:sldMk cId="2253767679" sldId="272"/>
            <ac:cxnSpMk id="18" creationId="{1409AFD0-B115-542A-348F-5D9736B3ABA8}"/>
          </ac:cxnSpMkLst>
        </pc:cxnChg>
      </pc:sldChg>
      <pc:sldChg chg="addSp delSp modSp add mod">
        <pc:chgData name="Lasse Kaae (adjunkt – lkaa@eaaa.dk)" userId="cfb87130-7601-443a-93b2-25cc2d772722" providerId="ADAL" clId="{5DCCF480-BD7E-4275-BCEC-EA6D22B0F3E3}" dt="2025-11-17T08:25:10.598" v="210" actId="1440"/>
        <pc:sldMkLst>
          <pc:docMk/>
          <pc:sldMk cId="1498841789" sldId="273"/>
        </pc:sldMkLst>
        <pc:spChg chg="del">
          <ac:chgData name="Lasse Kaae (adjunkt – lkaa@eaaa.dk)" userId="cfb87130-7601-443a-93b2-25cc2d772722" providerId="ADAL" clId="{5DCCF480-BD7E-4275-BCEC-EA6D22B0F3E3}" dt="2025-11-17T08:25:02.481" v="207" actId="22"/>
          <ac:spMkLst>
            <pc:docMk/>
            <pc:sldMk cId="1498841789" sldId="273"/>
            <ac:spMk id="9" creationId="{5A45FA9E-6687-470B-2B7E-1C44176D4F36}"/>
          </ac:spMkLst>
        </pc:spChg>
        <pc:picChg chg="add mod ord">
          <ac:chgData name="Lasse Kaae (adjunkt – lkaa@eaaa.dk)" userId="cfb87130-7601-443a-93b2-25cc2d772722" providerId="ADAL" clId="{5DCCF480-BD7E-4275-BCEC-EA6D22B0F3E3}" dt="2025-11-17T08:25:10.598" v="210" actId="1440"/>
          <ac:picMkLst>
            <pc:docMk/>
            <pc:sldMk cId="1498841789" sldId="273"/>
            <ac:picMk id="7" creationId="{50A809DF-0911-4BF1-9A19-C11BC17DC92D}"/>
          </ac:picMkLst>
        </pc:picChg>
      </pc:sldChg>
      <pc:sldChg chg="addSp modSp add mod">
        <pc:chgData name="Lasse Kaae (adjunkt – lkaa@eaaa.dk)" userId="cfb87130-7601-443a-93b2-25cc2d772722" providerId="ADAL" clId="{5DCCF480-BD7E-4275-BCEC-EA6D22B0F3E3}" dt="2025-11-17T08:45:48.419" v="234" actId="1440"/>
        <pc:sldMkLst>
          <pc:docMk/>
          <pc:sldMk cId="1485472240" sldId="274"/>
        </pc:sldMkLst>
        <pc:picChg chg="add mod">
          <ac:chgData name="Lasse Kaae (adjunkt – lkaa@eaaa.dk)" userId="cfb87130-7601-443a-93b2-25cc2d772722" providerId="ADAL" clId="{5DCCF480-BD7E-4275-BCEC-EA6D22B0F3E3}" dt="2025-11-17T08:45:48.419" v="234" actId="1440"/>
          <ac:picMkLst>
            <pc:docMk/>
            <pc:sldMk cId="1485472240" sldId="274"/>
            <ac:picMk id="7" creationId="{1994C30B-33B9-269F-B6FB-DDC4D7A5F753}"/>
          </ac:picMkLst>
        </pc:picChg>
      </pc:sldChg>
      <pc:sldChg chg="addSp modSp add mod">
        <pc:chgData name="Lasse Kaae (adjunkt – lkaa@eaaa.dk)" userId="cfb87130-7601-443a-93b2-25cc2d772722" providerId="ADAL" clId="{5DCCF480-BD7E-4275-BCEC-EA6D22B0F3E3}" dt="2025-11-17T08:47:04.873" v="240" actId="1440"/>
        <pc:sldMkLst>
          <pc:docMk/>
          <pc:sldMk cId="497314196" sldId="275"/>
        </pc:sldMkLst>
        <pc:picChg chg="add mod">
          <ac:chgData name="Lasse Kaae (adjunkt – lkaa@eaaa.dk)" userId="cfb87130-7601-443a-93b2-25cc2d772722" providerId="ADAL" clId="{5DCCF480-BD7E-4275-BCEC-EA6D22B0F3E3}" dt="2025-11-17T08:47:04.873" v="240" actId="1440"/>
          <ac:picMkLst>
            <pc:docMk/>
            <pc:sldMk cId="497314196" sldId="275"/>
            <ac:picMk id="7" creationId="{9B769ABC-1388-4A5B-FD3F-2954E49AE43B}"/>
          </ac:picMkLst>
        </pc:picChg>
      </pc:sldChg>
      <pc:sldChg chg="addSp modSp add mod">
        <pc:chgData name="Lasse Kaae (adjunkt – lkaa@eaaa.dk)" userId="cfb87130-7601-443a-93b2-25cc2d772722" providerId="ADAL" clId="{5DCCF480-BD7E-4275-BCEC-EA6D22B0F3E3}" dt="2025-11-17T08:41:45.782" v="218" actId="13822"/>
        <pc:sldMkLst>
          <pc:docMk/>
          <pc:sldMk cId="2273605943" sldId="276"/>
        </pc:sldMkLst>
        <pc:spChg chg="add mod">
          <ac:chgData name="Lasse Kaae (adjunkt – lkaa@eaaa.dk)" userId="cfb87130-7601-443a-93b2-25cc2d772722" providerId="ADAL" clId="{5DCCF480-BD7E-4275-BCEC-EA6D22B0F3E3}" dt="2025-11-17T08:41:45.782" v="218" actId="13822"/>
          <ac:spMkLst>
            <pc:docMk/>
            <pc:sldMk cId="2273605943" sldId="276"/>
            <ac:spMk id="8" creationId="{9354682A-2165-C055-6835-CD936FFC1666}"/>
          </ac:spMkLst>
        </pc:spChg>
        <pc:picChg chg="add mod">
          <ac:chgData name="Lasse Kaae (adjunkt – lkaa@eaaa.dk)" userId="cfb87130-7601-443a-93b2-25cc2d772722" providerId="ADAL" clId="{5DCCF480-BD7E-4275-BCEC-EA6D22B0F3E3}" dt="2025-11-17T08:41:02.518" v="213" actId="1440"/>
          <ac:picMkLst>
            <pc:docMk/>
            <pc:sldMk cId="2273605943" sldId="276"/>
            <ac:picMk id="7" creationId="{E3A67944-5218-0C6D-1DD5-3E80420255EB}"/>
          </ac:picMkLst>
        </pc:picChg>
      </pc:sldChg>
      <pc:sldChg chg="addSp modSp add mod">
        <pc:chgData name="Lasse Kaae (adjunkt – lkaa@eaaa.dk)" userId="cfb87130-7601-443a-93b2-25cc2d772722" providerId="ADAL" clId="{5DCCF480-BD7E-4275-BCEC-EA6D22B0F3E3}" dt="2025-11-17T08:43:26.274" v="223" actId="1076"/>
        <pc:sldMkLst>
          <pc:docMk/>
          <pc:sldMk cId="1592567897" sldId="277"/>
        </pc:sldMkLst>
        <pc:picChg chg="add mod">
          <ac:chgData name="Lasse Kaae (adjunkt – lkaa@eaaa.dk)" userId="cfb87130-7601-443a-93b2-25cc2d772722" providerId="ADAL" clId="{5DCCF480-BD7E-4275-BCEC-EA6D22B0F3E3}" dt="2025-11-17T08:43:26.274" v="223" actId="1076"/>
          <ac:picMkLst>
            <pc:docMk/>
            <pc:sldMk cId="1592567897" sldId="277"/>
            <ac:picMk id="7" creationId="{48A31004-BFD2-0F04-52E0-802FE044991C}"/>
          </ac:picMkLst>
        </pc:picChg>
      </pc:sldChg>
      <pc:sldChg chg="addSp delSp modSp add mod">
        <pc:chgData name="Lasse Kaae (adjunkt – lkaa@eaaa.dk)" userId="cfb87130-7601-443a-93b2-25cc2d772722" providerId="ADAL" clId="{5DCCF480-BD7E-4275-BCEC-EA6D22B0F3E3}" dt="2025-11-17T08:45:15.915" v="231" actId="1440"/>
        <pc:sldMkLst>
          <pc:docMk/>
          <pc:sldMk cId="3299970202" sldId="278"/>
        </pc:sldMkLst>
        <pc:spChg chg="del">
          <ac:chgData name="Lasse Kaae (adjunkt – lkaa@eaaa.dk)" userId="cfb87130-7601-443a-93b2-25cc2d772722" providerId="ADAL" clId="{5DCCF480-BD7E-4275-BCEC-EA6D22B0F3E3}" dt="2025-11-17T08:45:07.711" v="227" actId="22"/>
          <ac:spMkLst>
            <pc:docMk/>
            <pc:sldMk cId="3299970202" sldId="278"/>
            <ac:spMk id="9" creationId="{D04DCA38-56E4-A90E-90B2-D334837A70EA}"/>
          </ac:spMkLst>
        </pc:spChg>
        <pc:picChg chg="add mod">
          <ac:chgData name="Lasse Kaae (adjunkt – lkaa@eaaa.dk)" userId="cfb87130-7601-443a-93b2-25cc2d772722" providerId="ADAL" clId="{5DCCF480-BD7E-4275-BCEC-EA6D22B0F3E3}" dt="2025-11-17T08:45:11.931" v="229" actId="1076"/>
          <ac:picMkLst>
            <pc:docMk/>
            <pc:sldMk cId="3299970202" sldId="278"/>
            <ac:picMk id="7" creationId="{049069DE-0096-B028-F640-232A428E3652}"/>
          </ac:picMkLst>
        </pc:picChg>
        <pc:picChg chg="add mod ord">
          <ac:chgData name="Lasse Kaae (adjunkt – lkaa@eaaa.dk)" userId="cfb87130-7601-443a-93b2-25cc2d772722" providerId="ADAL" clId="{5DCCF480-BD7E-4275-BCEC-EA6D22B0F3E3}" dt="2025-11-17T08:45:15.915" v="231" actId="1440"/>
          <ac:picMkLst>
            <pc:docMk/>
            <pc:sldMk cId="3299970202" sldId="278"/>
            <ac:picMk id="10" creationId="{7102683A-3D20-57F9-62AF-560D471AF466}"/>
          </ac:picMkLst>
        </pc:picChg>
      </pc:sldChg>
      <pc:sldChg chg="addSp modSp add mod">
        <pc:chgData name="Lasse Kaae (adjunkt – lkaa@eaaa.dk)" userId="cfb87130-7601-443a-93b2-25cc2d772722" providerId="ADAL" clId="{5DCCF480-BD7E-4275-BCEC-EA6D22B0F3E3}" dt="2025-11-17T08:47:23.190" v="243" actId="1440"/>
        <pc:sldMkLst>
          <pc:docMk/>
          <pc:sldMk cId="1166578741" sldId="279"/>
        </pc:sldMkLst>
        <pc:picChg chg="add mod">
          <ac:chgData name="Lasse Kaae (adjunkt – lkaa@eaaa.dk)" userId="cfb87130-7601-443a-93b2-25cc2d772722" providerId="ADAL" clId="{5DCCF480-BD7E-4275-BCEC-EA6D22B0F3E3}" dt="2025-11-17T08:47:23.190" v="243" actId="1440"/>
          <ac:picMkLst>
            <pc:docMk/>
            <pc:sldMk cId="1166578741" sldId="279"/>
            <ac:picMk id="7" creationId="{10423D02-1C4E-3E3A-78CA-D7779400AF8A}"/>
          </ac:picMkLst>
        </pc:picChg>
      </pc:sldChg>
      <pc:sldChg chg="addSp modSp add mod">
        <pc:chgData name="Lasse Kaae (adjunkt – lkaa@eaaa.dk)" userId="cfb87130-7601-443a-93b2-25cc2d772722" providerId="ADAL" clId="{5DCCF480-BD7E-4275-BCEC-EA6D22B0F3E3}" dt="2025-11-17T08:49:53.154" v="255" actId="1440"/>
        <pc:sldMkLst>
          <pc:docMk/>
          <pc:sldMk cId="2843558757" sldId="280"/>
        </pc:sldMkLst>
        <pc:picChg chg="add mod">
          <ac:chgData name="Lasse Kaae (adjunkt – lkaa@eaaa.dk)" userId="cfb87130-7601-443a-93b2-25cc2d772722" providerId="ADAL" clId="{5DCCF480-BD7E-4275-BCEC-EA6D22B0F3E3}" dt="2025-11-17T08:49:53.154" v="255" actId="1440"/>
          <ac:picMkLst>
            <pc:docMk/>
            <pc:sldMk cId="2843558757" sldId="280"/>
            <ac:picMk id="7" creationId="{EAB67CC0-2027-72AB-1124-A95DCAD865FB}"/>
          </ac:picMkLst>
        </pc:picChg>
      </pc:sldChg>
      <pc:sldChg chg="add del">
        <pc:chgData name="Lasse Kaae (adjunkt – lkaa@eaaa.dk)" userId="cfb87130-7601-443a-93b2-25cc2d772722" providerId="ADAL" clId="{5DCCF480-BD7E-4275-BCEC-EA6D22B0F3E3}" dt="2025-11-17T08:50:57.305" v="256" actId="47"/>
        <pc:sldMkLst>
          <pc:docMk/>
          <pc:sldMk cId="3242533295" sldId="281"/>
        </pc:sldMkLst>
      </pc:sldChg>
      <pc:sldChg chg="modSp add mod">
        <pc:chgData name="Lasse Kaae (adjunkt – lkaa@eaaa.dk)" userId="cfb87130-7601-443a-93b2-25cc2d772722" providerId="ADAL" clId="{5DCCF480-BD7E-4275-BCEC-EA6D22B0F3E3}" dt="2025-11-18T06:53:37.206" v="349" actId="20577"/>
        <pc:sldMkLst>
          <pc:docMk/>
          <pc:sldMk cId="537495371" sldId="282"/>
        </pc:sldMkLst>
        <pc:spChg chg="mod">
          <ac:chgData name="Lasse Kaae (adjunkt – lkaa@eaaa.dk)" userId="cfb87130-7601-443a-93b2-25cc2d772722" providerId="ADAL" clId="{5DCCF480-BD7E-4275-BCEC-EA6D22B0F3E3}" dt="2025-11-18T06:53:37.206" v="349" actId="20577"/>
          <ac:spMkLst>
            <pc:docMk/>
            <pc:sldMk cId="537495371" sldId="282"/>
            <ac:spMk id="9" creationId="{4E4FEF6A-A96E-861E-E026-BC283263368B}"/>
          </ac:spMkLst>
        </pc:spChg>
      </pc:sldChg>
      <pc:sldChg chg="addSp modSp add mod ord">
        <pc:chgData name="Lasse Kaae (adjunkt – lkaa@eaaa.dk)" userId="cfb87130-7601-443a-93b2-25cc2d772722" providerId="ADAL" clId="{5DCCF480-BD7E-4275-BCEC-EA6D22B0F3E3}" dt="2025-11-17T08:48:21.451" v="252"/>
        <pc:sldMkLst>
          <pc:docMk/>
          <pc:sldMk cId="172706367" sldId="283"/>
        </pc:sldMkLst>
        <pc:picChg chg="add mod">
          <ac:chgData name="Lasse Kaae (adjunkt – lkaa@eaaa.dk)" userId="cfb87130-7601-443a-93b2-25cc2d772722" providerId="ADAL" clId="{5DCCF480-BD7E-4275-BCEC-EA6D22B0F3E3}" dt="2025-11-17T08:48:18.785" v="250" actId="1440"/>
          <ac:picMkLst>
            <pc:docMk/>
            <pc:sldMk cId="172706367" sldId="283"/>
            <ac:picMk id="7" creationId="{E2EA241A-02C7-56B3-015C-F3CB8E5A683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B979C-CAD0-4A77-8927-07E43567324F}" type="datetimeFigureOut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9F076-1C31-4E82-ACEE-5964B937CD7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0693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A767-E30B-44B9-AAE0-D4069F13A241}" type="datetime1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pic>
        <p:nvPicPr>
          <p:cNvPr id="9" name="Billede 8" descr="Et billede, der indeholder tekst, Font/skrifttype, cirkel, skærmbillede">
            <a:extLst>
              <a:ext uri="{FF2B5EF4-FFF2-40B4-BE49-F238E27FC236}">
                <a16:creationId xmlns:a16="http://schemas.microsoft.com/office/drawing/2014/main" id="{759B0890-2D94-0E86-EAE4-44F042FC45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49" y="34355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824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235B-6728-478B-812B-2A899F8CE8EE}" type="datetime1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pic>
        <p:nvPicPr>
          <p:cNvPr id="7" name="Billede 6" descr="Et billede, der indeholder tekst, Font/skrifttype, cirkel, skærmbillede">
            <a:extLst>
              <a:ext uri="{FF2B5EF4-FFF2-40B4-BE49-F238E27FC236}">
                <a16:creationId xmlns:a16="http://schemas.microsoft.com/office/drawing/2014/main" id="{B34473DE-6971-B817-AAB9-558820FC76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49" y="34355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33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D45A-C5CF-4DCE-8ABB-29AB938A9373}" type="datetime1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pic>
        <p:nvPicPr>
          <p:cNvPr id="7" name="Billede 6" descr="Et billede, der indeholder tekst, Font/skrifttype, cirkel, skærmbillede">
            <a:extLst>
              <a:ext uri="{FF2B5EF4-FFF2-40B4-BE49-F238E27FC236}">
                <a16:creationId xmlns:a16="http://schemas.microsoft.com/office/drawing/2014/main" id="{DF8F0207-DA4B-B398-7EBA-D7EBFD1C1A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49" y="34355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3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1DAE-81BB-4BAD-A43D-8E14FFB1A3CD}" type="datetime1">
              <a:rPr lang="da-DK" smtClean="0"/>
              <a:t>18-11-2025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pic>
        <p:nvPicPr>
          <p:cNvPr id="8" name="Billede 7" descr="Et billede, der indeholder tekst, Font/skrifttype, cirkel, skærmbillede">
            <a:extLst>
              <a:ext uri="{FF2B5EF4-FFF2-40B4-BE49-F238E27FC236}">
                <a16:creationId xmlns:a16="http://schemas.microsoft.com/office/drawing/2014/main" id="{53B100CD-7A06-5D69-B8A3-24420D2A44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49" y="34355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250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1F74E-B3DB-4843-9BA7-8C72F73B79AB}" type="datetime1">
              <a:rPr lang="da-DK" smtClean="0"/>
              <a:t>18-11-2025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pic>
        <p:nvPicPr>
          <p:cNvPr id="10" name="Billede 9" descr="Et billede, der indeholder tekst, Font/skrifttype, cirkel, skærmbillede">
            <a:extLst>
              <a:ext uri="{FF2B5EF4-FFF2-40B4-BE49-F238E27FC236}">
                <a16:creationId xmlns:a16="http://schemas.microsoft.com/office/drawing/2014/main" id="{54B16090-4357-50A2-8ABA-B6E3EC9042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49" y="34355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910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4962F-9AB1-4895-9144-442E4A313341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21964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61AA-A864-4F4F-8E3C-7894C55C6F52}" type="datetime1">
              <a:rPr lang="da-DK" smtClean="0"/>
              <a:t>18-11-2025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0288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4A81A-1CA7-4BAE-B426-12898B33ED2C}" type="datetime1">
              <a:rPr lang="da-DK" smtClean="0"/>
              <a:t>18-11-2025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9551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0B60-CB7C-4D9D-9E6C-9742BA5BF6B1}" type="datetime1">
              <a:rPr lang="da-DK" smtClean="0"/>
              <a:t>18-11-2025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637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F7B2-6191-4CFC-831E-7A95476E4DAC}" type="datetime1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5801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1386-4DD6-45A6-B111-C8865F1F81A0}" type="datetime1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0215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E04C0-2AB7-4688-A495-2A33D77D95A8}" type="datetime1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93399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3D2C6-5C06-4943-B597-A1DE2868A8A3}" type="datetime1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6528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C52A7-C829-4114-BD0C-65F08F6E821E}" type="datetime1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0284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01C8-6C23-459B-8896-BCB886A5B929}" type="datetime1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2508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9926-4E35-4E76-A1E2-A94D814A36D4}" type="datetime1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5534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C7507-135C-4634-A612-0A17C816F8A2}" type="datetime1">
              <a:rPr lang="da-DK" smtClean="0"/>
              <a:t>18-11-2025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822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F93F43-8B85-E78F-5346-71067A4E06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Lasse Kaae</a:t>
            </a:r>
            <a:br>
              <a:rPr lang="da-DK" dirty="0"/>
            </a:br>
            <a:r>
              <a:rPr lang="da-DK" dirty="0"/>
              <a:t>PWM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76FC535-C921-D85D-57AE-3372A19891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Lkaa@eaaa.dk</a:t>
            </a:r>
          </a:p>
        </p:txBody>
      </p:sp>
    </p:spTree>
    <p:extLst>
      <p:ext uri="{BB962C8B-B14F-4D97-AF65-F5344CB8AC3E}">
        <p14:creationId xmlns:p14="http://schemas.microsoft.com/office/powerpoint/2010/main" val="1566681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2C892D-BB97-12D4-853A-2F5769190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PWM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CFFCC8D4-C68E-790E-C028-2BCF31938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/>
              <a:t>Pulse With Modulation</a:t>
            </a:r>
          </a:p>
          <a:p>
            <a:r>
              <a:rPr lang="da-DK" sz="2400" dirty="0"/>
              <a:t>Hvordan regulere man lysstyrken på en LED?</a:t>
            </a:r>
          </a:p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F7837CC-3839-33AD-6025-FFDC647F6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BFAE720-FB7C-4528-B9A0-07AE4B18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A657892-967E-6827-5F05-8AC93A54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2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C40BFFF3-ECCC-7DA7-4B41-E5DAFDFA8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725" y="3744231"/>
            <a:ext cx="6287377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926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C0593-8688-C13F-04FC-60C0E95C9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8B53E5-6976-7C25-4F9C-768B91A86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PWM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200E1A58-6F0F-2A91-776C-EDD4AA004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 err="1"/>
              <a:t>Duty</a:t>
            </a:r>
            <a:r>
              <a:rPr lang="da-DK" sz="2400" dirty="0"/>
              <a:t> </a:t>
            </a:r>
            <a:r>
              <a:rPr lang="da-DK" sz="2400" dirty="0" err="1"/>
              <a:t>Cycle</a:t>
            </a:r>
            <a:endParaRPr lang="da-DK" sz="2400" dirty="0"/>
          </a:p>
          <a:p>
            <a:r>
              <a:rPr lang="da-DK" sz="2400" dirty="0"/>
              <a:t>Benyttes % til at</a:t>
            </a:r>
          </a:p>
          <a:p>
            <a:r>
              <a:rPr lang="da-DK" sz="2400" dirty="0"/>
              <a:t>Beskrive forholdet mellem</a:t>
            </a:r>
          </a:p>
          <a:p>
            <a:r>
              <a:rPr lang="da-DK" sz="2400" dirty="0"/>
              <a:t>On og </a:t>
            </a:r>
            <a:r>
              <a:rPr lang="da-DK" sz="2400" dirty="0" err="1"/>
              <a:t>off</a:t>
            </a:r>
            <a:r>
              <a:rPr lang="da-DK" sz="2400" dirty="0"/>
              <a:t>.</a:t>
            </a:r>
          </a:p>
          <a:p>
            <a:endParaRPr lang="da-DK" sz="2400" dirty="0"/>
          </a:p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99D45E1-7B6A-90D8-8794-6E8EC291B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C4646B8-50F7-00AD-611C-7369C0AC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BAB26445-28BF-1D32-AC31-A5BC2FDE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3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EA7277AC-B046-F661-369B-09A151DD0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934" y="953302"/>
            <a:ext cx="5830114" cy="51346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F8354421-7108-97C0-B341-8DF4B35CB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286" y="5015643"/>
            <a:ext cx="6287377" cy="13908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825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5F4BA-AA9D-497C-B02D-025F6B758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722B03-E7F9-B28E-2949-D23BB3751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PWM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0F99F54C-48E7-5108-233D-04B8999DA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C56BB3E-B871-D071-AC53-40106E34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29D884E-E108-85A2-0CB5-5D70A224F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68C86B9-7551-8C3A-F1EC-A2CC0278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4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3AE36748-435F-537C-308F-24CF0FE04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1430099"/>
            <a:ext cx="9891161" cy="43810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1347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5DA01-7C6F-A876-942C-D80EEBF05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5D90BF-E985-6476-2157-80295744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PWM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302D0D00-5A6E-1370-AFAE-84DF8627D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88D132E3-9EAA-7889-7D91-A220BA12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8E9577B-1ED8-8B0D-235F-61E3E81AE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EA3B034D-B2E3-B453-B220-AFB9E28BC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5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23A487CA-2D2D-3657-F22E-C101432E2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259118"/>
            <a:ext cx="6984421" cy="47885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8634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D4D15-A67D-D417-F968-33CCADA1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F99E45-4A3F-C090-8A54-376F4737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PWM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9F060B7-C871-32EC-E682-F8F358E70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B849E2F-C22D-8470-DC22-D27F2D96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B84AF99C-4109-837B-2213-BE7A1142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6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4675D772-5AD1-9AE8-81FD-0A711CECE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11" y="1486219"/>
            <a:ext cx="5887272" cy="4324954"/>
          </a:xfrm>
          <a:prstGeom prst="rect">
            <a:avLst/>
          </a:prstGeom>
        </p:spPr>
      </p:pic>
      <p:pic>
        <p:nvPicPr>
          <p:cNvPr id="14" name="Pladsholder til indhold 13" descr="Et billede, der indeholder elektronik, kredsløb, Elektronisk komponent, Kredsløbskomponent&#10;&#10;AI-genereret indhold kan være ukorrekt.">
            <a:extLst>
              <a:ext uri="{FF2B5EF4-FFF2-40B4-BE49-F238E27FC236}">
                <a16:creationId xmlns:a16="http://schemas.microsoft.com/office/drawing/2014/main" id="{FE0AA0ED-CBD9-708E-0C1F-47F0394EE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678" y="1707977"/>
            <a:ext cx="3577281" cy="3881437"/>
          </a:xfrm>
        </p:spPr>
      </p:pic>
      <p:cxnSp>
        <p:nvCxnSpPr>
          <p:cNvPr id="17" name="Lige pilforbindelse 16">
            <a:extLst>
              <a:ext uri="{FF2B5EF4-FFF2-40B4-BE49-F238E27FC236}">
                <a16:creationId xmlns:a16="http://schemas.microsoft.com/office/drawing/2014/main" id="{6E358AE8-C557-3FF8-E42F-53766D69A5AD}"/>
              </a:ext>
            </a:extLst>
          </p:cNvPr>
          <p:cNvCxnSpPr/>
          <p:nvPr/>
        </p:nvCxnSpPr>
        <p:spPr>
          <a:xfrm flipH="1">
            <a:off x="8760759" y="1082488"/>
            <a:ext cx="513243" cy="10690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Lige pilforbindelse 17">
            <a:extLst>
              <a:ext uri="{FF2B5EF4-FFF2-40B4-BE49-F238E27FC236}">
                <a16:creationId xmlns:a16="http://schemas.microsoft.com/office/drawing/2014/main" id="{1409AFD0-B115-542A-348F-5D9736B3ABA8}"/>
              </a:ext>
            </a:extLst>
          </p:cNvPr>
          <p:cNvCxnSpPr>
            <a:cxnSpLocks/>
          </p:cNvCxnSpPr>
          <p:nvPr/>
        </p:nvCxnSpPr>
        <p:spPr>
          <a:xfrm flipH="1">
            <a:off x="9379324" y="3367208"/>
            <a:ext cx="1714499" cy="617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kstfelt 20">
            <a:extLst>
              <a:ext uri="{FF2B5EF4-FFF2-40B4-BE49-F238E27FC236}">
                <a16:creationId xmlns:a16="http://schemas.microsoft.com/office/drawing/2014/main" id="{80F371EB-6E13-E5D3-E050-90747B3DEC42}"/>
              </a:ext>
            </a:extLst>
          </p:cNvPr>
          <p:cNvSpPr txBox="1"/>
          <p:nvPr/>
        </p:nvSpPr>
        <p:spPr>
          <a:xfrm>
            <a:off x="9466729" y="1082488"/>
            <a:ext cx="770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Probe</a:t>
            </a: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F9BEB43B-7E6E-E45D-9586-E198ACB2DE63}"/>
              </a:ext>
            </a:extLst>
          </p:cNvPr>
          <p:cNvSpPr txBox="1"/>
          <p:nvPr/>
        </p:nvSpPr>
        <p:spPr>
          <a:xfrm>
            <a:off x="11093823" y="3182542"/>
            <a:ext cx="770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Probe</a:t>
            </a:r>
          </a:p>
        </p:txBody>
      </p:sp>
    </p:spTree>
    <p:extLst>
      <p:ext uri="{BB962C8B-B14F-4D97-AF65-F5344CB8AC3E}">
        <p14:creationId xmlns:p14="http://schemas.microsoft.com/office/powerpoint/2010/main" val="225376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0E5F7-4A90-5FB3-0F00-53E448D2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F2651E-2DB2-914C-0BE5-C93BBD83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PWM</a:t>
            </a:r>
          </a:p>
        </p:txBody>
      </p:sp>
      <p:pic>
        <p:nvPicPr>
          <p:cNvPr id="7" name="Pladsholder til indhold 6">
            <a:extLst>
              <a:ext uri="{FF2B5EF4-FFF2-40B4-BE49-F238E27FC236}">
                <a16:creationId xmlns:a16="http://schemas.microsoft.com/office/drawing/2014/main" id="{50A809DF-0911-4BF1-9A19-C11BC17DC9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182688"/>
            <a:ext cx="5800278" cy="48586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ACC670F-A84E-BA71-57B5-56D41D82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8BAD999-B15B-224B-F8A7-0A9B75A07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32F1B2B-F599-850C-4768-B25F4BF20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98841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8CF42-762C-F23B-44E3-AD7661CB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7BD0C3-5CC7-E095-13D6-8EDE97E7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PWM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3A7F7A52-5E80-0D2D-CE16-E4AAEDA85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50D1B81-E3D1-A534-9129-B24A4FCD1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B59246D-720C-3E54-CF72-6B96D5756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DEDE429-FC81-DEE3-ADE2-6DFFEB29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8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E3A67944-5218-0C6D-1DD5-3E8042025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754514"/>
            <a:ext cx="5706271" cy="42868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Gangetegn 7">
            <a:extLst>
              <a:ext uri="{FF2B5EF4-FFF2-40B4-BE49-F238E27FC236}">
                <a16:creationId xmlns:a16="http://schemas.microsoft.com/office/drawing/2014/main" id="{9354682A-2165-C055-6835-CD936FFC1666}"/>
              </a:ext>
            </a:extLst>
          </p:cNvPr>
          <p:cNvSpPr/>
          <p:nvPr/>
        </p:nvSpPr>
        <p:spPr>
          <a:xfrm>
            <a:off x="1212850" y="4737099"/>
            <a:ext cx="590550" cy="585755"/>
          </a:xfrm>
          <a:prstGeom prst="mathMultiply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3605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E49CA-4867-3A4A-6D39-3E628ACA4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C8AD26-21A9-F4D9-5A25-48724DED9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PWM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421393A2-FBBE-68D9-53D9-8ECAA0CD0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00A2263-43F1-1237-9138-FBD8FA88B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57FE99C-955B-1C5B-C147-C03E5743A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B6D663E-7E1C-3797-7FA0-FB1B8C11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9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48A31004-BFD2-0F04-52E0-802FE0449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215117"/>
            <a:ext cx="5500955" cy="48764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256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843C3-41D6-16E4-9CEC-29DDBFF45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45E6A-F2D1-63B9-40B4-137BCA29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PWM</a:t>
            </a:r>
          </a:p>
        </p:txBody>
      </p:sp>
      <p:pic>
        <p:nvPicPr>
          <p:cNvPr id="10" name="Pladsholder til indhold 9">
            <a:extLst>
              <a:ext uri="{FF2B5EF4-FFF2-40B4-BE49-F238E27FC236}">
                <a16:creationId xmlns:a16="http://schemas.microsoft.com/office/drawing/2014/main" id="{7102683A-3D20-57F9-62AF-560D471AF4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679" y="4507648"/>
            <a:ext cx="5839640" cy="13336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B298672-1B76-DBB5-E2FF-76141EF9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7399492-6E19-4479-BEEB-6950AF94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3E0467A-05A5-921F-C445-B9C6AF8D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10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049069DE-0096-B028-F640-232A428E3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22" y="1554511"/>
            <a:ext cx="5591955" cy="27531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9970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80744-860D-71D0-B64E-2F616F01F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2CE1BE-D63A-6BAB-8DD1-6BF4DC24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PWM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D2ABDD7B-A4DB-59D5-13AF-BF1C649B4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5F3490E4-0529-F3B5-6C20-267EC1080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8BB82ADB-55B5-3FAA-4416-34300391A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494BFD7B-6C5E-B471-3D2D-FAA5A8EB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11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1994C30B-33B9-269F-B6FB-DDC4D7A5F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51" y="1580833"/>
            <a:ext cx="5715798" cy="45345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5472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DB899-F073-672D-27AF-842468755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71113B-48D1-780A-489E-B2752838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PWM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7BF6BDD9-83DB-4BB9-36E4-8B96C2CCE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CA4FF10-FD30-CC21-DEC6-40977000A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E542A74-94BD-FB5D-1EFC-FEAF4CCA8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A610770-38DA-8392-3F27-EB77827BD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12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9B769ABC-1388-4A5B-FD3F-2954E49AE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81" y="1573513"/>
            <a:ext cx="5830114" cy="44678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7314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E23ED-743C-54EF-BE25-C3459540A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62C13B-C669-B625-BCD7-913CA61B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PWM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F8539CC2-3CE0-6C8B-4A55-7A7640B32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B927055-3830-FE24-BCB8-19864FB68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C4F7014-4B9A-90C1-8548-8ACF44ED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31BC31A9-EF8F-5771-8F48-CC733C8B2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13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10423D02-1C4E-3E3A-78CA-D7779400A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83" y="2160589"/>
            <a:ext cx="5620534" cy="35247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6578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62ECB-D680-2DEC-26DD-B388B3A47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3AA8E5-6C89-9812-69CF-F8A4A916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PWM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05A57347-BDDC-2A0F-4A69-FC43098ED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1753B55-3CFB-F143-38B6-1DC5A00EF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6675FA9-0F27-F5C8-6EF2-789436F52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1DF227B-B765-3E2F-5264-DF4A22E73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14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E2EA241A-02C7-56B3-015C-F3CB8E5A6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195388"/>
            <a:ext cx="4813008" cy="48459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706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3D73D-0B4D-AAC2-A097-DDDCE803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2331DF-C909-42E0-EA40-6495C0D7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PWM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36D5A734-9A70-1C4F-3DB8-36FEA71C9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E9AFB2D-0891-2C76-0125-0095239CA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6856C7DC-9E46-D737-6BF1-600554B5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609CBAF-C874-92F4-1F7D-45E3F51F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15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EAB67CC0-2027-72AB-1124-A95DCAD86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61" y="1930400"/>
            <a:ext cx="5744377" cy="40486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3558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C7298-466C-8568-28FF-D2B2F3369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B7AFE9-6C84-33CD-EDD4-0F64C1459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PWM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4E4FEF6A-A96E-861E-E026-BC2832633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/>
              <a:t>Opgaver:</a:t>
            </a:r>
          </a:p>
          <a:p>
            <a:r>
              <a:rPr lang="da-DK" sz="2400" dirty="0"/>
              <a:t>Brug knapperne til skrue op og ned for </a:t>
            </a:r>
            <a:r>
              <a:rPr lang="da-DK" sz="2400" dirty="0" err="1"/>
              <a:t>LED’en</a:t>
            </a:r>
            <a:endParaRPr lang="da-DK" sz="2400"/>
          </a:p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2E0BC95-CB60-2813-1ECE-1498FD4E0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18-11-2025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7A0B924-1033-F127-9FA5-F0663A71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B49D215A-0EA3-22A7-0241-9FE3076C4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374953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b29427a-4ed3-4f0e-a3ff-ced1342f64ac}" enabled="0" method="" siteId="{1b29427a-4ed3-4f0e-a3ff-ced1342f64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415</TotalTime>
  <Words>106</Words>
  <Application>Microsoft Office PowerPoint</Application>
  <PresentationFormat>Widescreen</PresentationFormat>
  <Paragraphs>72</Paragraphs>
  <Slides>16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16</vt:i4>
      </vt:variant>
    </vt:vector>
  </HeadingPairs>
  <TitlesOfParts>
    <vt:vector size="21" baseType="lpstr">
      <vt:lpstr>Aptos</vt:lpstr>
      <vt:lpstr>Arial</vt:lpstr>
      <vt:lpstr>Trebuchet MS</vt:lpstr>
      <vt:lpstr>Wingdings 3</vt:lpstr>
      <vt:lpstr>Facet</vt:lpstr>
      <vt:lpstr>Lasse Kaae PWM</vt:lpstr>
      <vt:lpstr>PWM</vt:lpstr>
      <vt:lpstr>PWM</vt:lpstr>
      <vt:lpstr>PWM</vt:lpstr>
      <vt:lpstr>PWM</vt:lpstr>
      <vt:lpstr>PWM</vt:lpstr>
      <vt:lpstr>PWM</vt:lpstr>
      <vt:lpstr>PWM</vt:lpstr>
      <vt:lpstr>PWM</vt:lpstr>
      <vt:lpstr>PWM</vt:lpstr>
      <vt:lpstr>PWM</vt:lpstr>
      <vt:lpstr>PWM</vt:lpstr>
      <vt:lpstr>PWM</vt:lpstr>
      <vt:lpstr>PWM</vt:lpstr>
      <vt:lpstr>PWM</vt:lpstr>
      <vt:lpstr>PWM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Lasse Kaae (adjunkt – lkaa@eaaa.dk)</dc:creator>
  <cp:lastModifiedBy>Lasse Kaae (adjunkt – lkaa@eaaa.dk)</cp:lastModifiedBy>
  <cp:revision>2</cp:revision>
  <dcterms:created xsi:type="dcterms:W3CDTF">2023-08-16T05:52:46Z</dcterms:created>
  <dcterms:modified xsi:type="dcterms:W3CDTF">2025-11-18T06:53:40Z</dcterms:modified>
</cp:coreProperties>
</file>