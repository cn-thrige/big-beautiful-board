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"/>
  </p:notesMasterIdLst>
  <p:sldIdLst>
    <p:sldId id="256" r:id="rId2"/>
    <p:sldId id="268" r:id="rId3"/>
    <p:sldId id="269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1B1125-F5C7-4C2A-9518-4B1651746302}" v="6" dt="2025-11-06T07:03:17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e Kaae (adjunkt – lkaa@eaaa.dk)" userId="cfb87130-7601-443a-93b2-25cc2d772722" providerId="ADAL" clId="{5DCCF480-BD7E-4275-BCEC-EA6D22B0F3E3}"/>
    <pc:docChg chg="custSel addSld modSld">
      <pc:chgData name="Lasse Kaae (adjunkt – lkaa@eaaa.dk)" userId="cfb87130-7601-443a-93b2-25cc2d772722" providerId="ADAL" clId="{5DCCF480-BD7E-4275-BCEC-EA6D22B0F3E3}" dt="2025-11-06T07:14:28.281" v="434" actId="1076"/>
      <pc:docMkLst>
        <pc:docMk/>
      </pc:docMkLst>
      <pc:sldChg chg="modSp mod">
        <pc:chgData name="Lasse Kaae (adjunkt – lkaa@eaaa.dk)" userId="cfb87130-7601-443a-93b2-25cc2d772722" providerId="ADAL" clId="{5DCCF480-BD7E-4275-BCEC-EA6D22B0F3E3}" dt="2025-11-06T06:57:43.854" v="8" actId="20577"/>
        <pc:sldMkLst>
          <pc:docMk/>
          <pc:sldMk cId="1566681528" sldId="256"/>
        </pc:sldMkLst>
        <pc:spChg chg="mod">
          <ac:chgData name="Lasse Kaae (adjunkt – lkaa@eaaa.dk)" userId="cfb87130-7601-443a-93b2-25cc2d772722" providerId="ADAL" clId="{5DCCF480-BD7E-4275-BCEC-EA6D22B0F3E3}" dt="2025-11-06T06:57:43.854" v="8" actId="20577"/>
          <ac:spMkLst>
            <pc:docMk/>
            <pc:sldMk cId="1566681528" sldId="256"/>
            <ac:spMk id="2" creationId="{F9F93F43-8B85-E78F-5346-71067A4E066A}"/>
          </ac:spMkLst>
        </pc:spChg>
      </pc:sldChg>
      <pc:sldChg chg="addSp modSp mod">
        <pc:chgData name="Lasse Kaae (adjunkt – lkaa@eaaa.dk)" userId="cfb87130-7601-443a-93b2-25cc2d772722" providerId="ADAL" clId="{5DCCF480-BD7E-4275-BCEC-EA6D22B0F3E3}" dt="2025-11-06T06:59:05.756" v="94" actId="1076"/>
        <pc:sldMkLst>
          <pc:docMk/>
          <pc:sldMk cId="4079926458" sldId="268"/>
        </pc:sldMkLst>
        <pc:spChg chg="mod">
          <ac:chgData name="Lasse Kaae (adjunkt – lkaa@eaaa.dk)" userId="cfb87130-7601-443a-93b2-25cc2d772722" providerId="ADAL" clId="{5DCCF480-BD7E-4275-BCEC-EA6D22B0F3E3}" dt="2025-11-06T06:57:54.267" v="9"/>
          <ac:spMkLst>
            <pc:docMk/>
            <pc:sldMk cId="4079926458" sldId="268"/>
            <ac:spMk id="2" creationId="{342C892D-BB97-12D4-853A-2F5769190B72}"/>
          </ac:spMkLst>
        </pc:spChg>
        <pc:spChg chg="mod">
          <ac:chgData name="Lasse Kaae (adjunkt – lkaa@eaaa.dk)" userId="cfb87130-7601-443a-93b2-25cc2d772722" providerId="ADAL" clId="{5DCCF480-BD7E-4275-BCEC-EA6D22B0F3E3}" dt="2025-11-06T06:59:00.758" v="92" actId="20577"/>
          <ac:spMkLst>
            <pc:docMk/>
            <pc:sldMk cId="4079926458" sldId="268"/>
            <ac:spMk id="9" creationId="{CFFCC8D4-C68E-790E-C028-2BCF31938952}"/>
          </ac:spMkLst>
        </pc:spChg>
        <pc:picChg chg="add mod">
          <ac:chgData name="Lasse Kaae (adjunkt – lkaa@eaaa.dk)" userId="cfb87130-7601-443a-93b2-25cc2d772722" providerId="ADAL" clId="{5DCCF480-BD7E-4275-BCEC-EA6D22B0F3E3}" dt="2025-11-06T06:59:05.756" v="94" actId="1076"/>
          <ac:picMkLst>
            <pc:docMk/>
            <pc:sldMk cId="4079926458" sldId="268"/>
            <ac:picMk id="7" creationId="{C3DF8A09-B96B-9430-4774-F772C9FE8A65}"/>
          </ac:picMkLst>
        </pc:picChg>
      </pc:sldChg>
      <pc:sldChg chg="addSp modSp new mod">
        <pc:chgData name="Lasse Kaae (adjunkt – lkaa@eaaa.dk)" userId="cfb87130-7601-443a-93b2-25cc2d772722" providerId="ADAL" clId="{5DCCF480-BD7E-4275-BCEC-EA6D22B0F3E3}" dt="2025-11-06T07:14:28.281" v="434" actId="1076"/>
        <pc:sldMkLst>
          <pc:docMk/>
          <pc:sldMk cId="2289382137" sldId="269"/>
        </pc:sldMkLst>
        <pc:spChg chg="mod">
          <ac:chgData name="Lasse Kaae (adjunkt – lkaa@eaaa.dk)" userId="cfb87130-7601-443a-93b2-25cc2d772722" providerId="ADAL" clId="{5DCCF480-BD7E-4275-BCEC-EA6D22B0F3E3}" dt="2025-11-06T06:59:17.379" v="96"/>
          <ac:spMkLst>
            <pc:docMk/>
            <pc:sldMk cId="2289382137" sldId="269"/>
            <ac:spMk id="2" creationId="{9643B99E-B6EF-BACC-7835-AD44B2FF0B83}"/>
          </ac:spMkLst>
        </pc:spChg>
        <pc:spChg chg="mod">
          <ac:chgData name="Lasse Kaae (adjunkt – lkaa@eaaa.dk)" userId="cfb87130-7601-443a-93b2-25cc2d772722" providerId="ADAL" clId="{5DCCF480-BD7E-4275-BCEC-EA6D22B0F3E3}" dt="2025-11-06T07:14:17.319" v="433" actId="20577"/>
          <ac:spMkLst>
            <pc:docMk/>
            <pc:sldMk cId="2289382137" sldId="269"/>
            <ac:spMk id="3" creationId="{3741ACDC-6D6B-0770-0279-6033CD5AE888}"/>
          </ac:spMkLst>
        </pc:spChg>
        <pc:picChg chg="add mod">
          <ac:chgData name="Lasse Kaae (adjunkt – lkaa@eaaa.dk)" userId="cfb87130-7601-443a-93b2-25cc2d772722" providerId="ADAL" clId="{5DCCF480-BD7E-4275-BCEC-EA6D22B0F3E3}" dt="2025-11-06T07:14:28.281" v="434" actId="1076"/>
          <ac:picMkLst>
            <pc:docMk/>
            <pc:sldMk cId="2289382137" sldId="269"/>
            <ac:picMk id="8" creationId="{11F8B27B-C17B-2EB9-487F-F7CF4BA21A31}"/>
          </ac:picMkLst>
        </pc:picChg>
      </pc:sldChg>
      <pc:sldChg chg="addSp delSp modSp add mod">
        <pc:chgData name="Lasse Kaae (adjunkt – lkaa@eaaa.dk)" userId="cfb87130-7601-443a-93b2-25cc2d772722" providerId="ADAL" clId="{5DCCF480-BD7E-4275-BCEC-EA6D22B0F3E3}" dt="2025-11-06T07:11:19.252" v="359" actId="1440"/>
        <pc:sldMkLst>
          <pc:docMk/>
          <pc:sldMk cId="3232359185" sldId="270"/>
        </pc:sldMkLst>
        <pc:spChg chg="del">
          <ac:chgData name="Lasse Kaae (adjunkt – lkaa@eaaa.dk)" userId="cfb87130-7601-443a-93b2-25cc2d772722" providerId="ADAL" clId="{5DCCF480-BD7E-4275-BCEC-EA6D22B0F3E3}" dt="2025-11-06T07:03:17.371" v="334" actId="931"/>
          <ac:spMkLst>
            <pc:docMk/>
            <pc:sldMk cId="3232359185" sldId="270"/>
            <ac:spMk id="3" creationId="{F6E3FAEF-98F8-48FC-038F-415AB8DF0FA8}"/>
          </ac:spMkLst>
        </pc:spChg>
        <pc:picChg chg="add mod">
          <ac:chgData name="Lasse Kaae (adjunkt – lkaa@eaaa.dk)" userId="cfb87130-7601-443a-93b2-25cc2d772722" providerId="ADAL" clId="{5DCCF480-BD7E-4275-BCEC-EA6D22B0F3E3}" dt="2025-11-06T07:11:19.252" v="359" actId="1440"/>
          <ac:picMkLst>
            <pc:docMk/>
            <pc:sldMk cId="3232359185" sldId="270"/>
            <ac:picMk id="7" creationId="{3ED7A956-3C4A-D0A5-5219-276EDF31D13E}"/>
          </ac:picMkLst>
        </pc:picChg>
        <pc:picChg chg="add mod">
          <ac:chgData name="Lasse Kaae (adjunkt – lkaa@eaaa.dk)" userId="cfb87130-7601-443a-93b2-25cc2d772722" providerId="ADAL" clId="{5DCCF480-BD7E-4275-BCEC-EA6D22B0F3E3}" dt="2025-11-06T07:11:17.360" v="358" actId="1440"/>
          <ac:picMkLst>
            <pc:docMk/>
            <pc:sldMk cId="3232359185" sldId="270"/>
            <ac:picMk id="9" creationId="{BA5A4613-A251-77BB-6DF9-B5EADE027CA5}"/>
          </ac:picMkLst>
        </pc:picChg>
      </pc:sldChg>
      <pc:sldChg chg="addSp modSp add mod">
        <pc:chgData name="Lasse Kaae (adjunkt – lkaa@eaaa.dk)" userId="cfb87130-7601-443a-93b2-25cc2d772722" providerId="ADAL" clId="{5DCCF480-BD7E-4275-BCEC-EA6D22B0F3E3}" dt="2025-11-06T07:11:14.145" v="357" actId="1440"/>
        <pc:sldMkLst>
          <pc:docMk/>
          <pc:sldMk cId="747161480" sldId="271"/>
        </pc:sldMkLst>
        <pc:picChg chg="add mod">
          <ac:chgData name="Lasse Kaae (adjunkt – lkaa@eaaa.dk)" userId="cfb87130-7601-443a-93b2-25cc2d772722" providerId="ADAL" clId="{5DCCF480-BD7E-4275-BCEC-EA6D22B0F3E3}" dt="2025-11-06T07:11:14.145" v="357" actId="1440"/>
          <ac:picMkLst>
            <pc:docMk/>
            <pc:sldMk cId="747161480" sldId="271"/>
            <ac:picMk id="8" creationId="{DCDFCD21-2810-7F9F-27EE-EF2EB84D7B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BB979C-CAD0-4A77-8927-07E43567324F}" type="datetimeFigureOut">
              <a:rPr lang="da-DK" smtClean="0"/>
              <a:t>06-11-2025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9F076-1C31-4E82-ACEE-5964B937CD7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0693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CA767-E30B-44B9-AAE0-D4069F13A241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9" name="Billede 8" descr="Et billede, der indeholder tekst, Font/skrifttype, cirkel, skærmbillede">
            <a:extLst>
              <a:ext uri="{FF2B5EF4-FFF2-40B4-BE49-F238E27FC236}">
                <a16:creationId xmlns:a16="http://schemas.microsoft.com/office/drawing/2014/main" id="{759B0890-2D94-0E86-EAE4-44F042FC45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82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235B-6728-478B-812B-2A899F8CE8EE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7" name="Billede 6" descr="Et billede, der indeholder tekst, Font/skrifttype, cirkel, skærmbillede">
            <a:extLst>
              <a:ext uri="{FF2B5EF4-FFF2-40B4-BE49-F238E27FC236}">
                <a16:creationId xmlns:a16="http://schemas.microsoft.com/office/drawing/2014/main" id="{B34473DE-6971-B817-AAB9-558820FC76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53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6D45A-C5CF-4DCE-8ABB-29AB938A9373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7" name="Billede 6" descr="Et billede, der indeholder tekst, Font/skrifttype, cirkel, skærmbillede">
            <a:extLst>
              <a:ext uri="{FF2B5EF4-FFF2-40B4-BE49-F238E27FC236}">
                <a16:creationId xmlns:a16="http://schemas.microsoft.com/office/drawing/2014/main" id="{DF8F0207-DA4B-B398-7EBA-D7EBFD1C1A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3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1DAE-81BB-4BAD-A43D-8E14FFB1A3CD}" type="datetime1">
              <a:rPr lang="da-DK" smtClean="0"/>
              <a:t>06-11-2025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8" name="Billede 7" descr="Et billede, der indeholder tekst, Font/skrifttype, cirkel, skærmbillede">
            <a:extLst>
              <a:ext uri="{FF2B5EF4-FFF2-40B4-BE49-F238E27FC236}">
                <a16:creationId xmlns:a16="http://schemas.microsoft.com/office/drawing/2014/main" id="{53B100CD-7A06-5D69-B8A3-24420D2A44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50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1F74E-B3DB-4843-9BA7-8C72F73B79AB}" type="datetime1">
              <a:rPr lang="da-DK" smtClean="0"/>
              <a:t>06-11-2025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pic>
        <p:nvPicPr>
          <p:cNvPr id="10" name="Billede 9" descr="Et billede, der indeholder tekst, Font/skrifttype, cirkel, skærmbillede">
            <a:extLst>
              <a:ext uri="{FF2B5EF4-FFF2-40B4-BE49-F238E27FC236}">
                <a16:creationId xmlns:a16="http://schemas.microsoft.com/office/drawing/2014/main" id="{54B16090-4357-50A2-8ABA-B6E3EC9042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4549" y="34355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1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4962F-9AB1-4895-9144-442E4A313341}" type="datetime1">
              <a:rPr lang="da-DK" smtClean="0"/>
              <a:t>06-11-2025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196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61AA-A864-4F4F-8E3C-7894C55C6F52}" type="datetime1">
              <a:rPr lang="da-DK" smtClean="0"/>
              <a:t>06-11-2025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028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4A81A-1CA7-4BAE-B426-12898B33ED2C}" type="datetime1">
              <a:rPr lang="da-DK" smtClean="0"/>
              <a:t>06-11-2025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9551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0B60-CB7C-4D9D-9E6C-9742BA5BF6B1}" type="datetime1">
              <a:rPr lang="da-DK" smtClean="0"/>
              <a:t>06-11-2025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637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F7B2-6191-4CFC-831E-7A95476E4DAC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801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01386-4DD6-45A6-B111-C8865F1F81A0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215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E04C0-2AB7-4688-A495-2A33D77D95A8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3399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3D2C6-5C06-4943-B597-A1DE2868A8A3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6528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C52A7-C829-4114-BD0C-65F08F6E821E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0284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001C8-6C23-459B-8896-BCB886A5B929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2508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9926-4E35-4E76-A1E2-A94D814A36D4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534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C7507-135C-4634-A612-0A17C816F8A2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Lkaae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543B3D7-420A-4FB5-A697-E272FA49E310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822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93F43-8B85-E78F-5346-71067A4E06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Lasse Kaae</a:t>
            </a:r>
            <a:br>
              <a:rPr lang="da-DK" dirty="0"/>
            </a:br>
            <a:r>
              <a:rPr lang="da-DK" dirty="0"/>
              <a:t>7 segment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76FC535-C921-D85D-57AE-3372A1989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Lkaa@eaaa.dk</a:t>
            </a:r>
          </a:p>
        </p:txBody>
      </p:sp>
    </p:spTree>
    <p:extLst>
      <p:ext uri="{BB962C8B-B14F-4D97-AF65-F5344CB8AC3E}">
        <p14:creationId xmlns:p14="http://schemas.microsoft.com/office/powerpoint/2010/main" val="156668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2C892D-BB97-12D4-853A-2F5769190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7 segment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CFFCC8D4-C68E-790E-C028-2BCF31938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7 segment består af 7 </a:t>
            </a:r>
            <a:r>
              <a:rPr lang="da-DK" sz="2400" dirty="0" err="1"/>
              <a:t>LED’er</a:t>
            </a:r>
            <a:r>
              <a:rPr lang="da-DK" sz="2400" dirty="0"/>
              <a:t> der kan tændes og slukkes uafhængig af hinanden.</a:t>
            </a:r>
          </a:p>
          <a:p>
            <a:endParaRPr lang="da-DK" sz="2400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F7837CC-3839-33AD-6025-FFDC647F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D659-5230-436C-95CD-0CC6CC56C4CE}" type="datetime1">
              <a:rPr lang="da-DK" smtClean="0"/>
              <a:t>06-11-2025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BFAE720-FB7C-4528-B9A0-07AE4B18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A657892-967E-6827-5F05-8AC93A54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2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C3DF8A09-B96B-9430-4774-F772C9FE8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857" y="2851006"/>
            <a:ext cx="1514686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2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3B99E-B6EF-BACC-7835-AD44B2FF0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7 segment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741ACDC-6D6B-0770-0279-6033CD5A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7 segmentet skal bruges i ”Rocket </a:t>
            </a:r>
            <a:r>
              <a:rPr lang="da-DK" dirty="0" err="1"/>
              <a:t>launcher</a:t>
            </a:r>
            <a:r>
              <a:rPr lang="da-DK" dirty="0"/>
              <a:t>” opgaven i stedet for skrive på skærmen skal nedtællingen vises i 7 segmentet.</a:t>
            </a:r>
          </a:p>
          <a:p>
            <a:r>
              <a:rPr lang="da-DK" dirty="0"/>
              <a:t>1) Lod segmentet i print pladen ”220 Ohm”</a:t>
            </a:r>
          </a:p>
          <a:p>
            <a:r>
              <a:rPr lang="da-DK" dirty="0"/>
              <a:t>2) find ud af hvilke ben der tilsluttet hvilke segmenter</a:t>
            </a:r>
          </a:p>
          <a:p>
            <a:r>
              <a:rPr lang="da-DK" dirty="0"/>
              <a:t>3) Opgaven skal laves med et </a:t>
            </a:r>
            <a:r>
              <a:rPr lang="da-DK" dirty="0" err="1"/>
              <a:t>python</a:t>
            </a:r>
            <a:r>
              <a:rPr lang="da-DK" dirty="0"/>
              <a:t>-modul som indeholder de 10 tal</a:t>
            </a:r>
          </a:p>
          <a:p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895D333-C0D8-A95A-C4CC-857778D95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235B-6728-478B-812B-2A899F8CE8EE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CFC2F56-08CA-322F-9257-194C86C01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A32B6DB-490A-F2C7-7876-89B633A5F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3</a:t>
            </a:fld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1F8B27B-C17B-2EB9-487F-F7CF4BA21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98" y="4220238"/>
            <a:ext cx="5330952" cy="115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82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A1C9-07AA-BF8F-535C-0EE74BF8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336AB5-4D14-C361-EF41-00ED3911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7 segment</a:t>
            </a:r>
          </a:p>
        </p:txBody>
      </p:sp>
      <p:pic>
        <p:nvPicPr>
          <p:cNvPr id="9" name="Pladsholder til indhold 8" descr="Et billede, der indeholder Elektroteknik, Elektronisk komponent, elektronik, kredsløb&#10;&#10;AI-genereret indhold kan være ukorrekt.">
            <a:extLst>
              <a:ext uri="{FF2B5EF4-FFF2-40B4-BE49-F238E27FC236}">
                <a16:creationId xmlns:a16="http://schemas.microsoft.com/office/drawing/2014/main" id="{BA5A4613-A251-77BB-6DF9-B5EADE027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18679" y="1282438"/>
            <a:ext cx="5374307" cy="40286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FC37283-8885-B1BF-5106-321C0987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235B-6728-478B-812B-2A899F8CE8EE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4BDC196-AF4D-5833-68B3-1D517EC7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16C39DC-594A-E024-6F0C-363D5B26D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4</a:t>
            </a:fld>
            <a:endParaRPr lang="da-DK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ED7A956-3C4A-D0A5-5219-276EDF31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540" y="1992354"/>
            <a:ext cx="2771510" cy="37650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235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F5EAE-A711-4547-5684-4AC010C1E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77D64-5C9F-A04F-1CAA-5ACC73F2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7 segment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8447D77-098B-82AE-6183-82C6723C4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742F6A2-3EEE-C818-BB0E-D22B96C3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3235B-6728-478B-812B-2A899F8CE8EE}" type="datetime1">
              <a:rPr lang="da-DK" smtClean="0"/>
              <a:t>06-11-2025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822E3FF-A567-E3A0-69E9-7D0D29AF0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Lkaae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032C055-B33D-2138-B0F7-F469A259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3B3D7-420A-4FB5-A697-E272FA49E310}" type="slidenum">
              <a:rPr lang="da-DK" smtClean="0"/>
              <a:t>5</a:t>
            </a:fld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DCDFCD21-2810-7F9F-27EE-EF2EB84D7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156" y="1158212"/>
            <a:ext cx="5437046" cy="48831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71614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206</TotalTime>
  <Words>103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10" baseType="lpstr">
      <vt:lpstr>Aptos</vt:lpstr>
      <vt:lpstr>Arial</vt:lpstr>
      <vt:lpstr>Trebuchet MS</vt:lpstr>
      <vt:lpstr>Wingdings 3</vt:lpstr>
      <vt:lpstr>Facet</vt:lpstr>
      <vt:lpstr>Lasse Kaae 7 segment</vt:lpstr>
      <vt:lpstr>7 segment</vt:lpstr>
      <vt:lpstr>7 segment</vt:lpstr>
      <vt:lpstr>7 segment</vt:lpstr>
      <vt:lpstr>7 segment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Lasse Kaae (adjunkt – lkaa@eaaa.dk)</dc:creator>
  <cp:lastModifiedBy>Lasse Kaae (adjunkt – lkaa@eaaa.dk)</cp:lastModifiedBy>
  <cp:revision>2</cp:revision>
  <dcterms:created xsi:type="dcterms:W3CDTF">2023-08-16T05:52:46Z</dcterms:created>
  <dcterms:modified xsi:type="dcterms:W3CDTF">2025-11-06T07:14:35Z</dcterms:modified>
</cp:coreProperties>
</file>