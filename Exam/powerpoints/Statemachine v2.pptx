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23"/>
  </p:notesMasterIdLst>
  <p:sldIdLst>
    <p:sldId id="256" r:id="rId5"/>
    <p:sldId id="257" r:id="rId6"/>
    <p:sldId id="258" r:id="rId7"/>
    <p:sldId id="263" r:id="rId8"/>
    <p:sldId id="259" r:id="rId9"/>
    <p:sldId id="265" r:id="rId10"/>
    <p:sldId id="266" r:id="rId11"/>
    <p:sldId id="260" r:id="rId12"/>
    <p:sldId id="262" r:id="rId13"/>
    <p:sldId id="274" r:id="rId14"/>
    <p:sldId id="269" r:id="rId15"/>
    <p:sldId id="270" r:id="rId16"/>
    <p:sldId id="271" r:id="rId17"/>
    <p:sldId id="275" r:id="rId18"/>
    <p:sldId id="276" r:id="rId19"/>
    <p:sldId id="277" r:id="rId20"/>
    <p:sldId id="267" r:id="rId21"/>
    <p:sldId id="26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70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e Kaae (adjunkt – lkaa@eaaa.dk)" userId="cfb87130-7601-443a-93b2-25cc2d772722" providerId="ADAL" clId="{8948AFC6-44BB-4C72-83B1-A4A7BA762738}"/>
    <pc:docChg chg="custSel delSld modSld modMainMaster">
      <pc:chgData name="Lasse Kaae (adjunkt – lkaa@eaaa.dk)" userId="cfb87130-7601-443a-93b2-25cc2d772722" providerId="ADAL" clId="{8948AFC6-44BB-4C72-83B1-A4A7BA762738}" dt="2024-04-26T05:42:49.466" v="18" actId="20577"/>
      <pc:docMkLst>
        <pc:docMk/>
      </pc:docMkLst>
      <pc:sldChg chg="modSp mod">
        <pc:chgData name="Lasse Kaae (adjunkt – lkaa@eaaa.dk)" userId="cfb87130-7601-443a-93b2-25cc2d772722" providerId="ADAL" clId="{8948AFC6-44BB-4C72-83B1-A4A7BA762738}" dt="2024-04-26T05:42:49.466" v="18" actId="20577"/>
        <pc:sldMkLst>
          <pc:docMk/>
          <pc:sldMk cId="3283913931" sldId="256"/>
        </pc:sldMkLst>
      </pc:sldChg>
      <pc:sldChg chg="del">
        <pc:chgData name="Lasse Kaae (adjunkt – lkaa@eaaa.dk)" userId="cfb87130-7601-443a-93b2-25cc2d772722" providerId="ADAL" clId="{8948AFC6-44BB-4C72-83B1-A4A7BA762738}" dt="2024-04-25T14:50:22.849" v="16" actId="47"/>
        <pc:sldMkLst>
          <pc:docMk/>
          <pc:sldMk cId="3153838" sldId="261"/>
        </pc:sldMkLst>
      </pc:sldChg>
      <pc:sldChg chg="del">
        <pc:chgData name="Lasse Kaae (adjunkt – lkaa@eaaa.dk)" userId="cfb87130-7601-443a-93b2-25cc2d772722" providerId="ADAL" clId="{8948AFC6-44BB-4C72-83B1-A4A7BA762738}" dt="2024-04-25T14:50:20.359" v="14" actId="47"/>
        <pc:sldMkLst>
          <pc:docMk/>
          <pc:sldMk cId="1563072618" sldId="272"/>
        </pc:sldMkLst>
      </pc:sldChg>
      <pc:sldChg chg="del">
        <pc:chgData name="Lasse Kaae (adjunkt – lkaa@eaaa.dk)" userId="cfb87130-7601-443a-93b2-25cc2d772722" providerId="ADAL" clId="{8948AFC6-44BB-4C72-83B1-A4A7BA762738}" dt="2024-04-25T14:50:21.555" v="15" actId="47"/>
        <pc:sldMkLst>
          <pc:docMk/>
          <pc:sldMk cId="2055596196" sldId="273"/>
        </pc:sldMkLst>
      </pc:sldChg>
      <pc:sldMasterChg chg="modSldLayout">
        <pc:chgData name="Lasse Kaae (adjunkt – lkaa@eaaa.dk)" userId="cfb87130-7601-443a-93b2-25cc2d772722" providerId="ADAL" clId="{8948AFC6-44BB-4C72-83B1-A4A7BA762738}" dt="2024-04-25T14:49:58.189" v="13" actId="1076"/>
        <pc:sldMasterMkLst>
          <pc:docMk/>
          <pc:sldMasterMk cId="3514106078" sldId="2147483660"/>
        </pc:sldMasterMkLst>
        <pc:sldLayoutChg chg="addSp delSp modSp mod">
          <pc:chgData name="Lasse Kaae (adjunkt – lkaa@eaaa.dk)" userId="cfb87130-7601-443a-93b2-25cc2d772722" providerId="ADAL" clId="{8948AFC6-44BB-4C72-83B1-A4A7BA762738}" dt="2024-04-25T14:49:38.593" v="4" actId="1076"/>
          <pc:sldLayoutMkLst>
            <pc:docMk/>
            <pc:sldMasterMk cId="3514106078" sldId="2147483660"/>
            <pc:sldLayoutMk cId="3753223063" sldId="2147483661"/>
          </pc:sldLayoutMkLst>
        </pc:sldLayoutChg>
        <pc:sldLayoutChg chg="addSp delSp modSp mod">
          <pc:chgData name="Lasse Kaae (adjunkt – lkaa@eaaa.dk)" userId="cfb87130-7601-443a-93b2-25cc2d772722" providerId="ADAL" clId="{8948AFC6-44BB-4C72-83B1-A4A7BA762738}" dt="2024-04-25T14:49:45.009" v="7" actId="1076"/>
          <pc:sldLayoutMkLst>
            <pc:docMk/>
            <pc:sldMasterMk cId="3514106078" sldId="2147483660"/>
            <pc:sldLayoutMk cId="855454659" sldId="2147483662"/>
          </pc:sldLayoutMkLst>
        </pc:sldLayoutChg>
        <pc:sldLayoutChg chg="addSp delSp modSp mod">
          <pc:chgData name="Lasse Kaae (adjunkt – lkaa@eaaa.dk)" userId="cfb87130-7601-443a-93b2-25cc2d772722" providerId="ADAL" clId="{8948AFC6-44BB-4C72-83B1-A4A7BA762738}" dt="2024-04-25T14:49:52.445" v="10" actId="1076"/>
          <pc:sldLayoutMkLst>
            <pc:docMk/>
            <pc:sldMasterMk cId="3514106078" sldId="2147483660"/>
            <pc:sldLayoutMk cId="3118319072" sldId="2147483664"/>
          </pc:sldLayoutMkLst>
        </pc:sldLayoutChg>
        <pc:sldLayoutChg chg="addSp delSp modSp mod">
          <pc:chgData name="Lasse Kaae (adjunkt – lkaa@eaaa.dk)" userId="cfb87130-7601-443a-93b2-25cc2d772722" providerId="ADAL" clId="{8948AFC6-44BB-4C72-83B1-A4A7BA762738}" dt="2024-04-25T14:49:58.189" v="13" actId="1076"/>
          <pc:sldLayoutMkLst>
            <pc:docMk/>
            <pc:sldMasterMk cId="3514106078" sldId="2147483660"/>
            <pc:sldLayoutMk cId="2702073946" sldId="2147483665"/>
          </pc:sldLayoutMkLst>
        </pc:sldLayoutChg>
      </pc:sldMasterChg>
    </pc:docChg>
  </pc:docChgLst>
  <pc:docChgLst>
    <pc:chgData name="Lasse Kaae (adjunkt – lkaa@eaaa.dk)" userId="cfb87130-7601-443a-93b2-25cc2d772722" providerId="ADAL" clId="{73FC7971-9D82-41B6-9BE9-9E45B2507761}"/>
    <pc:docChg chg="undo custSel addSld delSld modSld">
      <pc:chgData name="Lasse Kaae (adjunkt – lkaa@eaaa.dk)" userId="cfb87130-7601-443a-93b2-25cc2d772722" providerId="ADAL" clId="{73FC7971-9D82-41B6-9BE9-9E45B2507761}" dt="2024-11-14T10:40:19.305" v="6" actId="1440"/>
      <pc:docMkLst>
        <pc:docMk/>
      </pc:docMkLst>
      <pc:sldChg chg="addSp delSp modSp add del mod">
        <pc:chgData name="Lasse Kaae (adjunkt – lkaa@eaaa.dk)" userId="cfb87130-7601-443a-93b2-25cc2d772722" providerId="ADAL" clId="{73FC7971-9D82-41B6-9BE9-9E45B2507761}" dt="2024-11-14T10:40:19.305" v="6" actId="1440"/>
        <pc:sldMkLst>
          <pc:docMk/>
          <pc:sldMk cId="1775473717" sldId="266"/>
        </pc:sldMkLst>
      </pc:sldChg>
    </pc:docChg>
  </pc:docChgLst>
  <pc:docChgLst>
    <pc:chgData name="Lasse Kaae (adjunkt – lkaa@eaaa.dk)" userId="cfb87130-7601-443a-93b2-25cc2d772722" providerId="ADAL" clId="{5DCCF480-BD7E-4275-BCEC-EA6D22B0F3E3}"/>
    <pc:docChg chg="modSld">
      <pc:chgData name="Lasse Kaae (adjunkt – lkaa@eaaa.dk)" userId="cfb87130-7601-443a-93b2-25cc2d772722" providerId="ADAL" clId="{5DCCF480-BD7E-4275-BCEC-EA6D22B0F3E3}" dt="2025-10-23T05:52:10.424" v="9" actId="20577"/>
      <pc:docMkLst>
        <pc:docMk/>
      </pc:docMkLst>
      <pc:sldChg chg="modSp mod">
        <pc:chgData name="Lasse Kaae (adjunkt – lkaa@eaaa.dk)" userId="cfb87130-7601-443a-93b2-25cc2d772722" providerId="ADAL" clId="{5DCCF480-BD7E-4275-BCEC-EA6D22B0F3E3}" dt="2025-10-23T05:52:10.424" v="9" actId="20577"/>
        <pc:sldMkLst>
          <pc:docMk/>
          <pc:sldMk cId="3283913931" sldId="256"/>
        </pc:sldMkLst>
        <pc:spChg chg="mod">
          <ac:chgData name="Lasse Kaae (adjunkt – lkaa@eaaa.dk)" userId="cfb87130-7601-443a-93b2-25cc2d772722" providerId="ADAL" clId="{5DCCF480-BD7E-4275-BCEC-EA6D22B0F3E3}" dt="2025-10-23T05:52:10.424" v="9" actId="20577"/>
          <ac:spMkLst>
            <pc:docMk/>
            <pc:sldMk cId="3283913931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F4373-0D1B-417D-966B-7411422D58D7}" type="datetimeFigureOut">
              <a:rPr lang="da-DK" smtClean="0"/>
              <a:t>23-10-2025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D2B4E7-8E2C-4C55-AE33-A7B1F595527A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8298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0E92B-1BEB-4C2D-87EC-BC023CE9347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  <p:pic>
        <p:nvPicPr>
          <p:cNvPr id="9" name="Billede 8" descr="Et billede, der indeholder tekst, Font/skrifttype, cirkel, skærmbillede">
            <a:extLst>
              <a:ext uri="{FF2B5EF4-FFF2-40B4-BE49-F238E27FC236}">
                <a16:creationId xmlns:a16="http://schemas.microsoft.com/office/drawing/2014/main" id="{D6923589-32D0-006F-6BA0-99458EA4EE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8172" y="354542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23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  <p:pic>
        <p:nvPicPr>
          <p:cNvPr id="8" name="Billede 7" descr="Et billede, der indeholder tekst, Font/skrifttype, cirkel, skærmbillede">
            <a:extLst>
              <a:ext uri="{FF2B5EF4-FFF2-40B4-BE49-F238E27FC236}">
                <a16:creationId xmlns:a16="http://schemas.microsoft.com/office/drawing/2014/main" id="{5DFE63B4-0D74-AC27-0D45-ACCB77FCA8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688" y="428750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5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8E845-721F-4A62-BEBD-A5EB36514D24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7742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458C3-BAC2-4893-80A7-FD95825F7A16}" type="datetime1">
              <a:rPr lang="da-DK" smtClean="0"/>
              <a:t>23-10-2025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  <p:pic>
        <p:nvPicPr>
          <p:cNvPr id="9" name="Billede 8" descr="Et billede, der indeholder tekst, Font/skrifttype, cirkel, skærmbillede">
            <a:extLst>
              <a:ext uri="{FF2B5EF4-FFF2-40B4-BE49-F238E27FC236}">
                <a16:creationId xmlns:a16="http://schemas.microsoft.com/office/drawing/2014/main" id="{B129248B-BF3F-5B30-B69D-A60F5CB632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688" y="295275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19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A91F-398D-405D-8926-DC82C344641E}" type="datetime1">
              <a:rPr lang="da-DK" smtClean="0"/>
              <a:t>23-10-2025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  <p:pic>
        <p:nvPicPr>
          <p:cNvPr id="11" name="Billede 10" descr="Et billede, der indeholder tekst, Font/skrifttype, cirkel, skærmbillede">
            <a:extLst>
              <a:ext uri="{FF2B5EF4-FFF2-40B4-BE49-F238E27FC236}">
                <a16:creationId xmlns:a16="http://schemas.microsoft.com/office/drawing/2014/main" id="{71E0DD2E-6BA1-25CC-886F-AB547EBC61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487" y="428750"/>
            <a:ext cx="2228093" cy="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073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B56B6-71D2-4069-AD60-CDAB46C33102}" type="datetime1">
              <a:rPr lang="da-DK" smtClean="0"/>
              <a:t>23-10-2025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5041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7D37-AECB-4EFD-8FAE-18FA9F91324B}" type="datetime1">
              <a:rPr lang="da-DK" smtClean="0"/>
              <a:t>23-10-2025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7607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5C03-1940-47DD-A566-F1AB25B682C1}" type="datetime1">
              <a:rPr lang="da-DK" smtClean="0"/>
              <a:t>23-10-2025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68979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3BD9-218A-4DFA-B693-B817B11FA748}" type="datetime1">
              <a:rPr lang="da-DK" smtClean="0"/>
              <a:t>23-10-2025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812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FFF19-B103-4718-BF0E-1E9B3BFD43EB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453331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FFF19-B103-4718-BF0E-1E9B3BFD43EB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7669450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FFF19-B103-4718-BF0E-1E9B3BFD43EB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6671220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FFF19-B103-4718-BF0E-1E9B3BFD43EB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767525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FFF19-B103-4718-BF0E-1E9B3BFD43EB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4189112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324C0-5E33-4E1E-AC8E-5C991FCBB36A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0196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5512E-76C4-4ECF-A0C0-B66647E0F356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879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FFF19-B103-4718-BF0E-1E9B3BFD43EB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a-DK"/>
              <a:t>Lak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1269C6-713E-4795-B0AA-450ADA8A0E7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14106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madebyevan.com/fs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Lasse Kaae</a:t>
            </a:r>
            <a:br>
              <a:rPr lang="da-DK" dirty="0"/>
            </a:br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 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8391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Statemachine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En statemachine er måde at strukturere en proces på.</a:t>
            </a:r>
          </a:p>
          <a:p>
            <a:r>
              <a:rPr lang="da-DK" sz="2400" dirty="0"/>
              <a:t>Den beskrives ved hjælp af cirkler som beskriver ”</a:t>
            </a:r>
            <a:r>
              <a:rPr lang="da-DK" sz="2400" dirty="0" err="1"/>
              <a:t>states</a:t>
            </a:r>
            <a:r>
              <a:rPr lang="da-DK" sz="2400" dirty="0"/>
              <a:t>” der skal få den til at skifte</a:t>
            </a:r>
          </a:p>
          <a:p>
            <a:r>
              <a:rPr lang="da-DK" sz="2400" dirty="0"/>
              <a:t>Tegneprogram kan findes på </a:t>
            </a:r>
            <a:r>
              <a:rPr lang="da-DK" sz="2400" dirty="0">
                <a:hlinkClick r:id="rId2"/>
              </a:rPr>
              <a:t>Statemachine tegneprogram</a:t>
            </a:r>
            <a:endParaRPr lang="da-DK" sz="2400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5348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Elevator</a:t>
            </a:r>
          </a:p>
        </p:txBody>
      </p:sp>
      <p:pic>
        <p:nvPicPr>
          <p:cNvPr id="8" name="Pladsholder til indhold 7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321" y="2404594"/>
            <a:ext cx="8222693" cy="31625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5159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Elevator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4</a:t>
            </a:fld>
            <a:endParaRPr lang="da-DK"/>
          </a:p>
        </p:txBody>
      </p:sp>
      <p:pic>
        <p:nvPicPr>
          <p:cNvPr id="7" name="Pladsholder til indhold 6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37" y="2558219"/>
            <a:ext cx="8596312" cy="32670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179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Random machine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5</a:t>
            </a:fld>
            <a:endParaRPr lang="da-DK"/>
          </a:p>
        </p:txBody>
      </p:sp>
      <p:sp>
        <p:nvSpPr>
          <p:cNvPr id="8" name="Tekstfelt 7"/>
          <p:cNvSpPr txBox="1"/>
          <p:nvPr/>
        </p:nvSpPr>
        <p:spPr>
          <a:xfrm>
            <a:off x="5717512" y="5194998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?</a:t>
            </a:r>
          </a:p>
        </p:txBody>
      </p:sp>
      <p:pic>
        <p:nvPicPr>
          <p:cNvPr id="9" name="Pladsholder til indhold 8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236" y="949234"/>
            <a:ext cx="4030427" cy="56518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8161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Random machine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6</a:t>
            </a:fld>
            <a:endParaRPr lang="da-DK"/>
          </a:p>
        </p:txBody>
      </p:sp>
      <p:sp>
        <p:nvSpPr>
          <p:cNvPr id="8" name="Tekstfelt 7"/>
          <p:cNvSpPr txBox="1"/>
          <p:nvPr/>
        </p:nvSpPr>
        <p:spPr>
          <a:xfrm>
            <a:off x="5717512" y="5194998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?</a:t>
            </a:r>
          </a:p>
        </p:txBody>
      </p:sp>
      <p:pic>
        <p:nvPicPr>
          <p:cNvPr id="7" name="Pladsholder til indhold 6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017" y="1930400"/>
            <a:ext cx="7567481" cy="43537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6441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Random machine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7</a:t>
            </a:fld>
            <a:endParaRPr lang="da-DK"/>
          </a:p>
        </p:txBody>
      </p:sp>
      <p:sp>
        <p:nvSpPr>
          <p:cNvPr id="8" name="Tekstfelt 7"/>
          <p:cNvSpPr txBox="1"/>
          <p:nvPr/>
        </p:nvSpPr>
        <p:spPr>
          <a:xfrm>
            <a:off x="5717512" y="5194998"/>
            <a:ext cx="269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?</a:t>
            </a:r>
          </a:p>
        </p:txBody>
      </p:sp>
      <p:pic>
        <p:nvPicPr>
          <p:cNvPr id="9" name="Pladsholder til indhold 8" descr="Skærmkli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09" y="1892028"/>
            <a:ext cx="3330743" cy="467069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76A75CF4-9755-2C1F-7C2B-491791ADC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4DEED6EC-DC09-8306-B42C-7D8374549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044" y="1293670"/>
            <a:ext cx="5042483" cy="51931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5473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Trafiklys</a:t>
            </a:r>
            <a:br>
              <a:rPr lang="da-DK" dirty="0"/>
            </a:br>
            <a:endParaRPr lang="da-DK" dirty="0"/>
          </a:p>
        </p:txBody>
      </p:sp>
      <p:pic>
        <p:nvPicPr>
          <p:cNvPr id="7" name="Pladsholder til indhold 6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140" y="609600"/>
            <a:ext cx="4001526" cy="5754331"/>
          </a:xfrm>
          <a:ln>
            <a:solidFill>
              <a:schemeClr val="tx1"/>
            </a:solidFill>
          </a:ln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23833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Lyskryds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77334" y="1715589"/>
            <a:ext cx="8596668" cy="4325773"/>
          </a:xfrm>
          <a:ln>
            <a:noFill/>
          </a:ln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from </a:t>
            </a:r>
            <a:r>
              <a:rPr lang="en-US" dirty="0"/>
              <a:t>random </a:t>
            </a:r>
            <a:r>
              <a:rPr lang="en-US" b="1" dirty="0"/>
              <a:t>import </a:t>
            </a:r>
            <a:r>
              <a:rPr lang="en-US" dirty="0"/>
              <a:t>random</a:t>
            </a:r>
            <a:br>
              <a:rPr lang="en-US" dirty="0"/>
            </a:br>
            <a:r>
              <a:rPr lang="en-US" b="1" dirty="0"/>
              <a:t>from </a:t>
            </a:r>
            <a:r>
              <a:rPr lang="en-US" dirty="0"/>
              <a:t>time </a:t>
            </a:r>
            <a:r>
              <a:rPr lang="en-US" b="1" dirty="0"/>
              <a:t>import </a:t>
            </a:r>
            <a:r>
              <a:rPr lang="en-US" dirty="0"/>
              <a:t>sleep</a:t>
            </a:r>
            <a:br>
              <a:rPr lang="en-US" dirty="0"/>
            </a:br>
            <a:br>
              <a:rPr lang="en-US" dirty="0"/>
            </a:b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dirty="0"/>
              <a:t>state0():</a:t>
            </a:r>
            <a:br>
              <a:rPr lang="en-US" dirty="0"/>
            </a:br>
            <a:r>
              <a:rPr lang="en-US" dirty="0"/>
              <a:t>    print (</a:t>
            </a:r>
            <a:r>
              <a:rPr lang="en-US" b="1" dirty="0"/>
              <a:t>'\x1b[7;32;40m' </a:t>
            </a:r>
            <a:r>
              <a:rPr lang="en-US" dirty="0"/>
              <a:t>+ </a:t>
            </a:r>
            <a:r>
              <a:rPr lang="en-US" b="1" dirty="0"/>
              <a:t>"</a:t>
            </a:r>
            <a:r>
              <a:rPr lang="en-US" b="1" dirty="0" err="1"/>
              <a:t>Grøn</a:t>
            </a:r>
            <a:r>
              <a:rPr lang="en-US" b="1" dirty="0"/>
              <a:t>! </a:t>
            </a:r>
            <a:r>
              <a:rPr lang="en-US" b="1" dirty="0" err="1"/>
              <a:t>Kør</a:t>
            </a:r>
            <a:r>
              <a:rPr lang="en-US" b="1" dirty="0"/>
              <a:t>" </a:t>
            </a:r>
            <a:r>
              <a:rPr lang="en-US" dirty="0"/>
              <a:t>+ </a:t>
            </a:r>
            <a:r>
              <a:rPr lang="en-US" b="1" dirty="0"/>
              <a:t>'\x1b[0m'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sleep(5.5)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return </a:t>
            </a:r>
            <a:r>
              <a:rPr lang="en-US" dirty="0"/>
              <a:t>state1</a:t>
            </a:r>
            <a:br>
              <a:rPr lang="en-US" dirty="0"/>
            </a:br>
            <a:br>
              <a:rPr lang="en-US" dirty="0"/>
            </a:b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dirty="0"/>
              <a:t>state1():</a:t>
            </a:r>
            <a:br>
              <a:rPr lang="en-US" dirty="0"/>
            </a:br>
            <a:r>
              <a:rPr lang="en-US" dirty="0"/>
              <a:t>    print (</a:t>
            </a:r>
            <a:r>
              <a:rPr lang="en-US" b="1" dirty="0"/>
              <a:t>'\x1b[6;30;43m' </a:t>
            </a:r>
            <a:r>
              <a:rPr lang="en-US" dirty="0"/>
              <a:t>+ </a:t>
            </a:r>
            <a:r>
              <a:rPr lang="en-US" b="1" dirty="0"/>
              <a:t>"Gul! stop" </a:t>
            </a:r>
            <a:r>
              <a:rPr lang="en-US" dirty="0"/>
              <a:t>+ </a:t>
            </a:r>
            <a:r>
              <a:rPr lang="en-US" b="1" dirty="0"/>
              <a:t>'\x1b[0m'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sleep(1.5)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return </a:t>
            </a:r>
            <a:r>
              <a:rPr lang="en-US" dirty="0"/>
              <a:t>state2</a:t>
            </a:r>
            <a:br>
              <a:rPr lang="en-US" dirty="0"/>
            </a:br>
            <a:br>
              <a:rPr lang="en-US" dirty="0"/>
            </a:br>
            <a:r>
              <a:rPr lang="en-US" b="1" dirty="0" err="1"/>
              <a:t>def</a:t>
            </a:r>
            <a:r>
              <a:rPr lang="en-US" b="1" dirty="0"/>
              <a:t> </a:t>
            </a:r>
            <a:r>
              <a:rPr lang="en-US" dirty="0"/>
              <a:t>state2():</a:t>
            </a:r>
            <a:br>
              <a:rPr lang="en-US" dirty="0"/>
            </a:br>
            <a:r>
              <a:rPr lang="en-US" dirty="0"/>
              <a:t>    print (</a:t>
            </a:r>
            <a:r>
              <a:rPr lang="en-US" b="1" dirty="0"/>
              <a:t>'\x1b[6;30;41m' </a:t>
            </a:r>
            <a:r>
              <a:rPr lang="en-US" dirty="0"/>
              <a:t>+ </a:t>
            </a:r>
            <a:r>
              <a:rPr lang="en-US" b="1" dirty="0"/>
              <a:t>"</a:t>
            </a:r>
            <a:r>
              <a:rPr lang="en-US" b="1" dirty="0" err="1"/>
              <a:t>Rød</a:t>
            </a:r>
            <a:r>
              <a:rPr lang="en-US" b="1" dirty="0"/>
              <a:t>! stop" </a:t>
            </a:r>
            <a:r>
              <a:rPr lang="en-US" dirty="0"/>
              <a:t>+ </a:t>
            </a:r>
            <a:r>
              <a:rPr lang="en-US" b="1" dirty="0"/>
              <a:t>'\x1b[0m'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sleep(5.5)</a:t>
            </a:r>
            <a:br>
              <a:rPr lang="en-US" dirty="0"/>
            </a:br>
            <a:r>
              <a:rPr lang="en-US" dirty="0"/>
              <a:t>    </a:t>
            </a:r>
            <a:r>
              <a:rPr lang="en-US" b="1" dirty="0"/>
              <a:t>return </a:t>
            </a:r>
            <a:r>
              <a:rPr lang="en-US" dirty="0"/>
              <a:t>state0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state=state0    </a:t>
            </a:r>
            <a:r>
              <a:rPr lang="en-US" i="1" dirty="0"/>
              <a:t># initial state</a:t>
            </a:r>
            <a:br>
              <a:rPr lang="en-US" i="1" dirty="0"/>
            </a:br>
            <a:r>
              <a:rPr lang="en-US" b="1" dirty="0"/>
              <a:t>while </a:t>
            </a:r>
            <a:r>
              <a:rPr lang="en-US" dirty="0"/>
              <a:t>state: state=state()  </a:t>
            </a:r>
            <a:r>
              <a:rPr lang="en-US" i="1" dirty="0"/>
              <a:t># launch state machine</a:t>
            </a:r>
            <a:br>
              <a:rPr lang="en-US" i="1" dirty="0"/>
            </a:br>
            <a:r>
              <a:rPr lang="en-US" dirty="0"/>
              <a:t>print (</a:t>
            </a:r>
            <a:r>
              <a:rPr lang="en-US" b="1" dirty="0"/>
              <a:t>"Done with states"</a:t>
            </a:r>
            <a:r>
              <a:rPr lang="en-US" dirty="0"/>
              <a:t>)</a:t>
            </a:r>
            <a:endParaRPr lang="da-DK" dirty="0"/>
          </a:p>
          <a:p>
            <a:endParaRPr lang="da-DK" sz="2400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9</a:t>
            </a:fld>
            <a:endParaRPr lang="da-DK"/>
          </a:p>
        </p:txBody>
      </p:sp>
      <p:cxnSp>
        <p:nvCxnSpPr>
          <p:cNvPr id="8" name="Lige pilforbindelse 7"/>
          <p:cNvCxnSpPr/>
          <p:nvPr/>
        </p:nvCxnSpPr>
        <p:spPr>
          <a:xfrm flipH="1">
            <a:off x="3196047" y="1489166"/>
            <a:ext cx="2569027" cy="5573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kstfelt 9"/>
          <p:cNvSpPr txBox="1"/>
          <p:nvPr/>
        </p:nvSpPr>
        <p:spPr>
          <a:xfrm>
            <a:off x="5765074" y="1338183"/>
            <a:ext cx="27815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/>
              <a:t>Tidsmodul til lave pauser</a:t>
            </a:r>
          </a:p>
        </p:txBody>
      </p:sp>
      <p:cxnSp>
        <p:nvCxnSpPr>
          <p:cNvPr id="11" name="Lige pilforbindelse 10"/>
          <p:cNvCxnSpPr/>
          <p:nvPr/>
        </p:nvCxnSpPr>
        <p:spPr>
          <a:xfrm flipH="1">
            <a:off x="2253347" y="2272937"/>
            <a:ext cx="4721599" cy="162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Lige pilforbindelse 11"/>
          <p:cNvCxnSpPr/>
          <p:nvPr/>
        </p:nvCxnSpPr>
        <p:spPr>
          <a:xfrm flipH="1">
            <a:off x="2253347" y="3152503"/>
            <a:ext cx="4721599" cy="184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Lige pilforbindelse 12"/>
          <p:cNvCxnSpPr/>
          <p:nvPr/>
        </p:nvCxnSpPr>
        <p:spPr>
          <a:xfrm flipH="1">
            <a:off x="2286003" y="3917664"/>
            <a:ext cx="5072740" cy="292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kstfelt 16"/>
          <p:cNvSpPr txBox="1"/>
          <p:nvPr/>
        </p:nvSpPr>
        <p:spPr>
          <a:xfrm>
            <a:off x="7080069" y="2272937"/>
            <a:ext cx="360547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/>
              <a:t>Funktion State0: grøn lys tænder</a:t>
            </a:r>
          </a:p>
        </p:txBody>
      </p:sp>
      <p:sp>
        <p:nvSpPr>
          <p:cNvPr id="18" name="Tekstfelt 17"/>
          <p:cNvSpPr txBox="1"/>
          <p:nvPr/>
        </p:nvSpPr>
        <p:spPr>
          <a:xfrm>
            <a:off x="6974946" y="2981578"/>
            <a:ext cx="3456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/>
              <a:t>Funktion State1: gul lys tænder</a:t>
            </a:r>
          </a:p>
        </p:txBody>
      </p:sp>
      <p:sp>
        <p:nvSpPr>
          <p:cNvPr id="19" name="Tekstfelt 18"/>
          <p:cNvSpPr txBox="1"/>
          <p:nvPr/>
        </p:nvSpPr>
        <p:spPr>
          <a:xfrm>
            <a:off x="7358743" y="3728961"/>
            <a:ext cx="349166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/>
              <a:t>Funktion State2: rød lys tænder</a:t>
            </a:r>
          </a:p>
        </p:txBody>
      </p:sp>
      <p:cxnSp>
        <p:nvCxnSpPr>
          <p:cNvPr id="20" name="Lige pilforbindelse 19"/>
          <p:cNvCxnSpPr/>
          <p:nvPr/>
        </p:nvCxnSpPr>
        <p:spPr>
          <a:xfrm flipH="1">
            <a:off x="3810066" y="5167790"/>
            <a:ext cx="3715767" cy="1045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kstfelt 20"/>
          <p:cNvSpPr txBox="1"/>
          <p:nvPr/>
        </p:nvSpPr>
        <p:spPr>
          <a:xfrm>
            <a:off x="7626195" y="4881116"/>
            <a:ext cx="4389343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a-DK" dirty="0"/>
              <a:t>Hovedprogram hvor </a:t>
            </a:r>
            <a:r>
              <a:rPr lang="da-DK" dirty="0" err="1"/>
              <a:t>while</a:t>
            </a:r>
            <a:r>
              <a:rPr lang="da-DK" dirty="0"/>
              <a:t> sløjfen starter</a:t>
            </a:r>
          </a:p>
          <a:p>
            <a:r>
              <a:rPr lang="da-DK" dirty="0" err="1"/>
              <a:t>statemachinen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8886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Statemachine</a:t>
            </a:r>
            <a:br>
              <a:rPr lang="da-DK" dirty="0"/>
            </a:br>
            <a:r>
              <a:rPr lang="da-DK" dirty="0"/>
              <a:t>Lyskryds</a:t>
            </a:r>
          </a:p>
        </p:txBody>
      </p:sp>
      <p:pic>
        <p:nvPicPr>
          <p:cNvPr id="7" name="Pladsholder til indhold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57" y="2005270"/>
            <a:ext cx="3343742" cy="3791479"/>
          </a:xfrm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10</a:t>
            </a:fld>
            <a:endParaRPr lang="da-DK"/>
          </a:p>
        </p:txBody>
      </p:sp>
      <p:pic>
        <p:nvPicPr>
          <p:cNvPr id="8" name="Billed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3317" y="2202043"/>
            <a:ext cx="6795865" cy="33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23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Farver </a:t>
            </a:r>
          </a:p>
        </p:txBody>
      </p:sp>
      <p:pic>
        <p:nvPicPr>
          <p:cNvPr id="7" name="Pladsholder til indhold 6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34" y="1270000"/>
            <a:ext cx="8335230" cy="3924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11</a:t>
            </a:fld>
            <a:endParaRPr lang="da-DK"/>
          </a:p>
        </p:txBody>
      </p:sp>
      <p:sp>
        <p:nvSpPr>
          <p:cNvPr id="8" name="Tekstfelt 7"/>
          <p:cNvSpPr txBox="1"/>
          <p:nvPr/>
        </p:nvSpPr>
        <p:spPr>
          <a:xfrm>
            <a:off x="1062445" y="5433514"/>
            <a:ext cx="609012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a-DK" dirty="0"/>
              <a:t>Raspberry </a:t>
            </a:r>
            <a:r>
              <a:rPr lang="da-DK" dirty="0" err="1"/>
              <a:t>PI:print</a:t>
            </a:r>
            <a:r>
              <a:rPr lang="da-DK" dirty="0"/>
              <a:t> ('[' + '\033[94m' + 'info' + '\033[0m' + ']')</a:t>
            </a:r>
          </a:p>
        </p:txBody>
      </p:sp>
    </p:spTree>
    <p:extLst>
      <p:ext uri="{BB962C8B-B14F-4D97-AF65-F5344CB8AC3E}">
        <p14:creationId xmlns:p14="http://schemas.microsoft.com/office/powerpoint/2010/main" val="542105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Farver</a:t>
            </a:r>
          </a:p>
        </p:txBody>
      </p:sp>
      <p:pic>
        <p:nvPicPr>
          <p:cNvPr id="7" name="Pladsholder til indhold 6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254" y="1261923"/>
            <a:ext cx="6966807" cy="51445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34564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State navne!!</a:t>
            </a:r>
          </a:p>
        </p:txBody>
      </p:sp>
      <p:pic>
        <p:nvPicPr>
          <p:cNvPr id="7" name="Pladsholder til indhold 6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56" y="1270000"/>
            <a:ext cx="8199501" cy="46987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32888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Livets gang</a:t>
            </a:r>
          </a:p>
        </p:txBody>
      </p:sp>
      <p:pic>
        <p:nvPicPr>
          <p:cNvPr id="7" name="Pladsholder til indhold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57" y="1270000"/>
            <a:ext cx="6164183" cy="4850240"/>
          </a:xfr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14</a:t>
            </a:fld>
            <a:endParaRPr lang="da-DK"/>
          </a:p>
        </p:txBody>
      </p:sp>
      <p:pic>
        <p:nvPicPr>
          <p:cNvPr id="12" name="Billede 11">
            <a:extLst>
              <a:ext uri="{FF2B5EF4-FFF2-40B4-BE49-F238E27FC236}">
                <a16:creationId xmlns:a16="http://schemas.microsoft.com/office/drawing/2014/main" id="{14A799E8-CF9F-4DEB-81FC-7E3404F8F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868" y="4084717"/>
            <a:ext cx="3912549" cy="24269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4" name="Billede 13">
            <a:extLst>
              <a:ext uri="{FF2B5EF4-FFF2-40B4-BE49-F238E27FC236}">
                <a16:creationId xmlns:a16="http://schemas.microsoft.com/office/drawing/2014/main" id="{C8199442-F479-4CFF-9524-BEEA704AA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582" y="487430"/>
            <a:ext cx="3912549" cy="33849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067394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142795-1C9C-4FC3-B176-EB3BB0A9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 Livets gang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C2A61E6-3349-42C0-85F8-AB02A31AD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400" dirty="0"/>
              <a:t>Sæt tidsbegrænsning på ”Livets gang”</a:t>
            </a:r>
          </a:p>
          <a:p>
            <a:r>
              <a:rPr lang="da-DK" sz="2400" dirty="0"/>
              <a:t>Weekends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DC03485-2AA0-4DA0-A44F-3C59E421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3EDEA58-F9A9-42F0-9346-9D788CB7C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4D932768-C9DF-466F-9E66-4CFF5DDD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15</a:t>
            </a:fld>
            <a:endParaRPr lang="da-DK"/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240650E8-A52F-4AB4-B93E-F4A4C2113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991" y="2273415"/>
            <a:ext cx="4351567" cy="3423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1592050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677334" y="1368109"/>
            <a:ext cx="8596668" cy="3880773"/>
          </a:xfrm>
        </p:spPr>
        <p:txBody>
          <a:bodyPr>
            <a:normAutofit/>
          </a:bodyPr>
          <a:lstStyle/>
          <a:p>
            <a:r>
              <a:rPr lang="da-DK" sz="2400" dirty="0"/>
              <a:t>Lav en </a:t>
            </a:r>
            <a:r>
              <a:rPr lang="da-DK" sz="2400" dirty="0" err="1"/>
              <a:t>statemachine</a:t>
            </a:r>
            <a:r>
              <a:rPr lang="da-DK" sz="2400" dirty="0"/>
              <a:t> for et program der skal kunne:</a:t>
            </a:r>
          </a:p>
          <a:p>
            <a:endParaRPr lang="da-DK" sz="2400" dirty="0"/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16</a:t>
            </a:fld>
            <a:endParaRPr lang="da-DK"/>
          </a:p>
        </p:txBody>
      </p:sp>
      <p:pic>
        <p:nvPicPr>
          <p:cNvPr id="7" name="Bille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325" y="1995223"/>
            <a:ext cx="5462258" cy="412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12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ladsholder til indhold 16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7801" y="1739822"/>
            <a:ext cx="4541914" cy="35512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Hysterese</a:t>
            </a:r>
            <a:r>
              <a:rPr lang="da-DK" dirty="0"/>
              <a:t> sløjfe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17</a:t>
            </a:fld>
            <a:endParaRPr lang="da-DK"/>
          </a:p>
        </p:txBody>
      </p:sp>
      <p:sp>
        <p:nvSpPr>
          <p:cNvPr id="8" name="Tekstfelt 7"/>
          <p:cNvSpPr txBox="1"/>
          <p:nvPr/>
        </p:nvSpPr>
        <p:spPr>
          <a:xfrm>
            <a:off x="1846309" y="2197776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on</a:t>
            </a:r>
          </a:p>
        </p:txBody>
      </p:sp>
      <p:sp>
        <p:nvSpPr>
          <p:cNvPr id="9" name="Tekstfelt 8"/>
          <p:cNvSpPr txBox="1"/>
          <p:nvPr/>
        </p:nvSpPr>
        <p:spPr>
          <a:xfrm>
            <a:off x="5700820" y="4540738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off</a:t>
            </a:r>
            <a:endParaRPr lang="da-DK" dirty="0"/>
          </a:p>
        </p:txBody>
      </p:sp>
      <p:cxnSp>
        <p:nvCxnSpPr>
          <p:cNvPr id="11" name="Lige pilforbindelse 10"/>
          <p:cNvCxnSpPr/>
          <p:nvPr/>
        </p:nvCxnSpPr>
        <p:spPr>
          <a:xfrm flipH="1" flipV="1">
            <a:off x="4275909" y="3596640"/>
            <a:ext cx="699759" cy="5921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kstfelt 11"/>
          <p:cNvSpPr txBox="1"/>
          <p:nvPr/>
        </p:nvSpPr>
        <p:spPr>
          <a:xfrm>
            <a:off x="5172891" y="4171406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25 grader</a:t>
            </a:r>
          </a:p>
        </p:txBody>
      </p:sp>
      <p:cxnSp>
        <p:nvCxnSpPr>
          <p:cNvPr id="13" name="Lige pilforbindelse 12"/>
          <p:cNvCxnSpPr/>
          <p:nvPr/>
        </p:nvCxnSpPr>
        <p:spPr>
          <a:xfrm flipV="1">
            <a:off x="3102213" y="3579224"/>
            <a:ext cx="585185" cy="31350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kstfelt 14"/>
          <p:cNvSpPr txBox="1"/>
          <p:nvPr/>
        </p:nvSpPr>
        <p:spPr>
          <a:xfrm>
            <a:off x="1984617" y="3698887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23 grader</a:t>
            </a:r>
          </a:p>
        </p:txBody>
      </p:sp>
    </p:spTree>
    <p:extLst>
      <p:ext uri="{BB962C8B-B14F-4D97-AF65-F5344CB8AC3E}">
        <p14:creationId xmlns:p14="http://schemas.microsoft.com/office/powerpoint/2010/main" val="681930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Hysterese</a:t>
            </a:r>
            <a:r>
              <a:rPr lang="da-DK" dirty="0"/>
              <a:t> sløjfe</a:t>
            </a:r>
          </a:p>
        </p:txBody>
      </p:sp>
      <p:pic>
        <p:nvPicPr>
          <p:cNvPr id="7" name="Pladsholder til indhold 6" descr="Skærmklip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50" y="1558511"/>
            <a:ext cx="7201326" cy="42948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B11F-D591-403F-AFC0-07ACFAA6A708}" type="datetime1">
              <a:rPr lang="da-DK" smtClean="0"/>
              <a:t>23-10-2025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Lak</a:t>
            </a:r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269C6-713E-4795-B0AA-450ADA8A0E77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452933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amsChannelId xmlns="ab0bc78b-7bbd-455a-80ed-ed83e5d7642d" xsi:nil="true"/>
    <Self_Registration_Enabled xmlns="ab0bc78b-7bbd-455a-80ed-ed83e5d7642d" xsi:nil="true"/>
    <Teachers xmlns="ab0bc78b-7bbd-455a-80ed-ed83e5d7642d">
      <UserInfo>
        <DisplayName/>
        <AccountId xsi:nil="true"/>
        <AccountType/>
      </UserInfo>
    </Teachers>
    <Students xmlns="ab0bc78b-7bbd-455a-80ed-ed83e5d7642d">
      <UserInfo>
        <DisplayName/>
        <AccountId xsi:nil="true"/>
        <AccountType/>
      </UserInfo>
    </Students>
    <Distribution_Groups xmlns="ab0bc78b-7bbd-455a-80ed-ed83e5d7642d" xsi:nil="true"/>
    <LMS_Mappings xmlns="ab0bc78b-7bbd-455a-80ed-ed83e5d7642d" xsi:nil="true"/>
    <Invited_Teachers xmlns="ab0bc78b-7bbd-455a-80ed-ed83e5d7642d" xsi:nil="true"/>
    <IsNotebookLocked xmlns="ab0bc78b-7bbd-455a-80ed-ed83e5d7642d" xsi:nil="true"/>
    <Is_Collaboration_Space_Locked xmlns="ab0bc78b-7bbd-455a-80ed-ed83e5d7642d" xsi:nil="true"/>
    <Templates xmlns="ab0bc78b-7bbd-455a-80ed-ed83e5d7642d" xsi:nil="true"/>
    <Has_Teacher_Only_SectionGroup xmlns="ab0bc78b-7bbd-455a-80ed-ed83e5d7642d" xsi:nil="true"/>
    <NotebookType xmlns="ab0bc78b-7bbd-455a-80ed-ed83e5d7642d" xsi:nil="true"/>
    <FolderType xmlns="ab0bc78b-7bbd-455a-80ed-ed83e5d7642d" xsi:nil="true"/>
    <CultureName xmlns="ab0bc78b-7bbd-455a-80ed-ed83e5d7642d" xsi:nil="true"/>
    <Owner xmlns="ab0bc78b-7bbd-455a-80ed-ed83e5d7642d">
      <UserInfo>
        <DisplayName/>
        <AccountId xsi:nil="true"/>
        <AccountType/>
      </UserInfo>
    </Owner>
    <AppVersion xmlns="ab0bc78b-7bbd-455a-80ed-ed83e5d7642d" xsi:nil="true"/>
    <Math_Settings xmlns="ab0bc78b-7bbd-455a-80ed-ed83e5d7642d" xsi:nil="true"/>
    <Invited_Students xmlns="ab0bc78b-7bbd-455a-80ed-ed83e5d7642d" xsi:nil="true"/>
    <DefaultSectionNames xmlns="ab0bc78b-7bbd-455a-80ed-ed83e5d7642d" xsi:nil="true"/>
    <Student_Groups xmlns="ab0bc78b-7bbd-455a-80ed-ed83e5d7642d">
      <UserInfo>
        <DisplayName/>
        <AccountId xsi:nil="true"/>
        <AccountType/>
      </UserInfo>
    </Student_Group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F4472DF49A7C74CA14005283346D849" ma:contentTypeVersion="33" ma:contentTypeDescription="Opret et nyt dokument." ma:contentTypeScope="" ma:versionID="006b4819d1e0b6b0cd65e5f3ed9b6389">
  <xsd:schema xmlns:xsd="http://www.w3.org/2001/XMLSchema" xmlns:xs="http://www.w3.org/2001/XMLSchema" xmlns:p="http://schemas.microsoft.com/office/2006/metadata/properties" xmlns:ns3="ab0bc78b-7bbd-455a-80ed-ed83e5d7642d" xmlns:ns4="843b3f28-cabd-47d8-883f-20f97224c3ee" targetNamespace="http://schemas.microsoft.com/office/2006/metadata/properties" ma:root="true" ma:fieldsID="30042aa55d1ef2a91f9c15ca16e5e63a" ns3:_="" ns4:_="">
    <xsd:import namespace="ab0bc78b-7bbd-455a-80ed-ed83e5d7642d"/>
    <xsd:import namespace="843b3f28-cabd-47d8-883f-20f97224c3ee"/>
    <xsd:element name="properties">
      <xsd:complexType>
        <xsd:sequence>
          <xsd:element name="documentManagement">
            <xsd:complexType>
              <xsd:all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0bc78b-7bbd-455a-80ed-ed83e5d7642d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3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3" nillable="true" ma:displayName="Tags" ma:internalName="MediaServiceAutoTags" ma:readOnly="true">
      <xsd:simpleType>
        <xsd:restriction base="dms:Text"/>
      </xsd:simpleType>
    </xsd:element>
    <xsd:element name="MediaServiceOCR" ma:index="3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3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36" nillable="true" ma:displayName="Location" ma:internalName="MediaServiceLocation" ma:readOnly="true">
      <xsd:simpleType>
        <xsd:restriction base="dms:Text"/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4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b3f28-cabd-47d8-883f-20f97224c3ee" elementFormDefault="qualified">
    <xsd:import namespace="http://schemas.microsoft.com/office/2006/documentManagement/types"/>
    <xsd:import namespace="http://schemas.microsoft.com/office/infopath/2007/PartnerControls"/>
    <xsd:element name="SharedWithUsers" ma:index="28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9" nillable="true" ma:displayName="Delt med 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30" nillable="true" ma:displayName="Hashværdi for deling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36AF64-9654-4BFE-8490-136C1AB899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5D12D1-BC1E-4B93-A3E4-2ABD883E4BBD}">
  <ds:schemaRefs>
    <ds:schemaRef ds:uri="843b3f28-cabd-47d8-883f-20f97224c3ee"/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microsoft.com/office/infopath/2007/PartnerControls"/>
    <ds:schemaRef ds:uri="ab0bc78b-7bbd-455a-80ed-ed83e5d7642d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B875FC3-E74F-434D-9513-C95209C42F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0bc78b-7bbd-455a-80ed-ed83e5d7642d"/>
    <ds:schemaRef ds:uri="843b3f28-cabd-47d8-883f-20f97224c3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b29427a-4ed3-4f0e-a3ff-ced1342f64ac}" enabled="0" method="" siteId="{1b29427a-4ed3-4f0e-a3ff-ced1342f64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5147</TotalTime>
  <Words>351</Words>
  <Application>Microsoft Office PowerPoint</Application>
  <PresentationFormat>Widescreen</PresentationFormat>
  <Paragraphs>90</Paragraphs>
  <Slides>18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18</vt:i4>
      </vt:variant>
    </vt:vector>
  </HeadingPairs>
  <TitlesOfParts>
    <vt:vector size="23" baseType="lpstr">
      <vt:lpstr>Arial</vt:lpstr>
      <vt:lpstr>Calibri</vt:lpstr>
      <vt:lpstr>Trebuchet MS</vt:lpstr>
      <vt:lpstr>Wingdings 3</vt:lpstr>
      <vt:lpstr>Facet</vt:lpstr>
      <vt:lpstr>Lasse Kaae Statemachine  </vt:lpstr>
      <vt:lpstr>Statemachine</vt:lpstr>
      <vt:lpstr>Statemachine Elevator</vt:lpstr>
      <vt:lpstr>Statemachine Elevator</vt:lpstr>
      <vt:lpstr>Statemachine Random machine</vt:lpstr>
      <vt:lpstr>Statemachine Random machine</vt:lpstr>
      <vt:lpstr>Statemachine Random machine</vt:lpstr>
      <vt:lpstr>Statemachine Trafiklys </vt:lpstr>
      <vt:lpstr>Statemachine Lyskryds</vt:lpstr>
      <vt:lpstr>Statemachine Lyskryds</vt:lpstr>
      <vt:lpstr>Farver </vt:lpstr>
      <vt:lpstr>Farver</vt:lpstr>
      <vt:lpstr>State navne!!</vt:lpstr>
      <vt:lpstr>Opgave Livets gang</vt:lpstr>
      <vt:lpstr>Opgave Livets gang</vt:lpstr>
      <vt:lpstr>Opgave</vt:lpstr>
      <vt:lpstr>Hysterese sløjfe</vt:lpstr>
      <vt:lpstr>Hysterese sløjfe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Lasse Kaae (lak)</dc:creator>
  <cp:lastModifiedBy>Lasse Kaae (adjunkt – lkaa@eaaa.dk)</cp:lastModifiedBy>
  <cp:revision>34</cp:revision>
  <dcterms:created xsi:type="dcterms:W3CDTF">2016-10-14T07:15:56Z</dcterms:created>
  <dcterms:modified xsi:type="dcterms:W3CDTF">2025-10-23T05:52:12Z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0x0101009F4472DF49A7C74CA14005283346D849</vt:lpwstr>
  </property>
</Properties>
</file>