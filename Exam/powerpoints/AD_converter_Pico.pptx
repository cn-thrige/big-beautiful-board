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5" r:id="rId9"/>
    <p:sldId id="274" r:id="rId10"/>
    <p:sldId id="276" r:id="rId11"/>
    <p:sldId id="280" r:id="rId12"/>
    <p:sldId id="278" r:id="rId13"/>
    <p:sldId id="277" r:id="rId14"/>
    <p:sldId id="279" r:id="rId15"/>
    <p:sldId id="28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E3AA33-8742-4885-8219-9A296A21A439}" v="20" dt="2025-01-31T10:09:17.0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62" d="100"/>
          <a:sy n="62" d="100"/>
        </p:scale>
        <p:origin x="72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sse Kaae (adjunkt – lkaa@eaaa.dk)" userId="cfb87130-7601-443a-93b2-25cc2d772722" providerId="ADAL" clId="{3AE3AA33-8742-4885-8219-9A296A21A439}"/>
    <pc:docChg chg="undo custSel addSld modSld sldOrd">
      <pc:chgData name="Lasse Kaae (adjunkt – lkaa@eaaa.dk)" userId="cfb87130-7601-443a-93b2-25cc2d772722" providerId="ADAL" clId="{3AE3AA33-8742-4885-8219-9A296A21A439}" dt="2025-01-31T10:09:34.787" v="815" actId="692"/>
      <pc:docMkLst>
        <pc:docMk/>
      </pc:docMkLst>
      <pc:sldChg chg="modSp mod">
        <pc:chgData name="Lasse Kaae (adjunkt – lkaa@eaaa.dk)" userId="cfb87130-7601-443a-93b2-25cc2d772722" providerId="ADAL" clId="{3AE3AA33-8742-4885-8219-9A296A21A439}" dt="2025-01-27T12:26:44.565" v="24" actId="14100"/>
        <pc:sldMkLst>
          <pc:docMk/>
          <pc:sldMk cId="1566681528" sldId="256"/>
        </pc:sldMkLst>
        <pc:spChg chg="mod">
          <ac:chgData name="Lasse Kaae (adjunkt – lkaa@eaaa.dk)" userId="cfb87130-7601-443a-93b2-25cc2d772722" providerId="ADAL" clId="{3AE3AA33-8742-4885-8219-9A296A21A439}" dt="2025-01-27T12:26:44.565" v="24" actId="14100"/>
          <ac:spMkLst>
            <pc:docMk/>
            <pc:sldMk cId="1566681528" sldId="256"/>
            <ac:spMk id="2" creationId="{F9F93F43-8B85-E78F-5346-71067A4E066A}"/>
          </ac:spMkLst>
        </pc:spChg>
      </pc:sldChg>
      <pc:sldChg chg="addSp modSp mod">
        <pc:chgData name="Lasse Kaae (adjunkt – lkaa@eaaa.dk)" userId="cfb87130-7601-443a-93b2-25cc2d772722" providerId="ADAL" clId="{3AE3AA33-8742-4885-8219-9A296A21A439}" dt="2025-01-27T12:28:37.988" v="94" actId="692"/>
        <pc:sldMkLst>
          <pc:docMk/>
          <pc:sldMk cId="4079926458" sldId="268"/>
        </pc:sldMkLst>
        <pc:spChg chg="mod">
          <ac:chgData name="Lasse Kaae (adjunkt – lkaa@eaaa.dk)" userId="cfb87130-7601-443a-93b2-25cc2d772722" providerId="ADAL" clId="{3AE3AA33-8742-4885-8219-9A296A21A439}" dt="2025-01-27T12:26:50.822" v="25"/>
          <ac:spMkLst>
            <pc:docMk/>
            <pc:sldMk cId="4079926458" sldId="268"/>
            <ac:spMk id="2" creationId="{342C892D-BB97-12D4-853A-2F5769190B72}"/>
          </ac:spMkLst>
        </pc:spChg>
        <pc:spChg chg="mod">
          <ac:chgData name="Lasse Kaae (adjunkt – lkaa@eaaa.dk)" userId="cfb87130-7601-443a-93b2-25cc2d772722" providerId="ADAL" clId="{3AE3AA33-8742-4885-8219-9A296A21A439}" dt="2025-01-27T12:28:26.064" v="91" actId="20577"/>
          <ac:spMkLst>
            <pc:docMk/>
            <pc:sldMk cId="4079926458" sldId="268"/>
            <ac:spMk id="9" creationId="{CFFCC8D4-C68E-790E-C028-2BCF31938952}"/>
          </ac:spMkLst>
        </pc:spChg>
        <pc:picChg chg="add mod">
          <ac:chgData name="Lasse Kaae (adjunkt – lkaa@eaaa.dk)" userId="cfb87130-7601-443a-93b2-25cc2d772722" providerId="ADAL" clId="{3AE3AA33-8742-4885-8219-9A296A21A439}" dt="2025-01-27T12:28:37.988" v="94" actId="692"/>
          <ac:picMkLst>
            <pc:docMk/>
            <pc:sldMk cId="4079926458" sldId="268"/>
            <ac:picMk id="4" creationId="{A154C960-7956-6B6B-3968-45EA113E4B18}"/>
          </ac:picMkLst>
        </pc:picChg>
      </pc:sldChg>
      <pc:sldChg chg="addSp delSp modSp add mod">
        <pc:chgData name="Lasse Kaae (adjunkt – lkaa@eaaa.dk)" userId="cfb87130-7601-443a-93b2-25cc2d772722" providerId="ADAL" clId="{3AE3AA33-8742-4885-8219-9A296A21A439}" dt="2025-01-27T12:30:15.668" v="117" actId="692"/>
        <pc:sldMkLst>
          <pc:docMk/>
          <pc:sldMk cId="2875003992" sldId="269"/>
        </pc:sldMkLst>
        <pc:spChg chg="mod">
          <ac:chgData name="Lasse Kaae (adjunkt – lkaa@eaaa.dk)" userId="cfb87130-7601-443a-93b2-25cc2d772722" providerId="ADAL" clId="{3AE3AA33-8742-4885-8219-9A296A21A439}" dt="2025-01-27T12:30:07.637" v="113" actId="20577"/>
          <ac:spMkLst>
            <pc:docMk/>
            <pc:sldMk cId="2875003992" sldId="269"/>
            <ac:spMk id="9" creationId="{D976BFE1-CB9B-27E2-5E7C-6A6394AEAE07}"/>
          </ac:spMkLst>
        </pc:spChg>
        <pc:picChg chg="add mod">
          <ac:chgData name="Lasse Kaae (adjunkt – lkaa@eaaa.dk)" userId="cfb87130-7601-443a-93b2-25cc2d772722" providerId="ADAL" clId="{3AE3AA33-8742-4885-8219-9A296A21A439}" dt="2025-01-27T12:30:15.668" v="117" actId="692"/>
          <ac:picMkLst>
            <pc:docMk/>
            <pc:sldMk cId="2875003992" sldId="269"/>
            <ac:picMk id="6" creationId="{C424021B-85B1-2652-FEA7-A823D8A65C30}"/>
          </ac:picMkLst>
        </pc:picChg>
      </pc:sldChg>
      <pc:sldChg chg="addSp modSp add mod">
        <pc:chgData name="Lasse Kaae (adjunkt – lkaa@eaaa.dk)" userId="cfb87130-7601-443a-93b2-25cc2d772722" providerId="ADAL" clId="{3AE3AA33-8742-4885-8219-9A296A21A439}" dt="2025-01-27T12:31:49.887" v="127" actId="1076"/>
        <pc:sldMkLst>
          <pc:docMk/>
          <pc:sldMk cId="3901805667" sldId="270"/>
        </pc:sldMkLst>
        <pc:spChg chg="mod">
          <ac:chgData name="Lasse Kaae (adjunkt – lkaa@eaaa.dk)" userId="cfb87130-7601-443a-93b2-25cc2d772722" providerId="ADAL" clId="{3AE3AA33-8742-4885-8219-9A296A21A439}" dt="2025-01-27T12:31:36.034" v="122" actId="20577"/>
          <ac:spMkLst>
            <pc:docMk/>
            <pc:sldMk cId="3901805667" sldId="270"/>
            <ac:spMk id="9" creationId="{6662FD3C-1334-4CDA-20C5-5CC64378DB93}"/>
          </ac:spMkLst>
        </pc:spChg>
        <pc:picChg chg="add mod">
          <ac:chgData name="Lasse Kaae (adjunkt – lkaa@eaaa.dk)" userId="cfb87130-7601-443a-93b2-25cc2d772722" providerId="ADAL" clId="{3AE3AA33-8742-4885-8219-9A296A21A439}" dt="2025-01-27T12:31:49.887" v="127" actId="1076"/>
          <ac:picMkLst>
            <pc:docMk/>
            <pc:sldMk cId="3901805667" sldId="270"/>
            <ac:picMk id="4" creationId="{00079085-58BC-C85B-00D3-9F6700747807}"/>
          </ac:picMkLst>
        </pc:picChg>
      </pc:sldChg>
      <pc:sldChg chg="modSp add mod">
        <pc:chgData name="Lasse Kaae (adjunkt – lkaa@eaaa.dk)" userId="cfb87130-7601-443a-93b2-25cc2d772722" providerId="ADAL" clId="{3AE3AA33-8742-4885-8219-9A296A21A439}" dt="2025-01-27T12:36:03.002" v="227" actId="20577"/>
        <pc:sldMkLst>
          <pc:docMk/>
          <pc:sldMk cId="4052516654" sldId="271"/>
        </pc:sldMkLst>
        <pc:spChg chg="mod">
          <ac:chgData name="Lasse Kaae (adjunkt – lkaa@eaaa.dk)" userId="cfb87130-7601-443a-93b2-25cc2d772722" providerId="ADAL" clId="{3AE3AA33-8742-4885-8219-9A296A21A439}" dt="2025-01-27T12:36:03.002" v="227" actId="20577"/>
          <ac:spMkLst>
            <pc:docMk/>
            <pc:sldMk cId="4052516654" sldId="271"/>
            <ac:spMk id="9" creationId="{5740F603-B04C-13B5-A5A9-83FDC6102ABB}"/>
          </ac:spMkLst>
        </pc:spChg>
      </pc:sldChg>
      <pc:sldChg chg="addSp delSp modSp add mod">
        <pc:chgData name="Lasse Kaae (adjunkt – lkaa@eaaa.dk)" userId="cfb87130-7601-443a-93b2-25cc2d772722" providerId="ADAL" clId="{3AE3AA33-8742-4885-8219-9A296A21A439}" dt="2025-01-29T12:17:03.888" v="781" actId="14100"/>
        <pc:sldMkLst>
          <pc:docMk/>
          <pc:sldMk cId="2341440601" sldId="272"/>
        </pc:sldMkLst>
        <pc:spChg chg="add del mod">
          <ac:chgData name="Lasse Kaae (adjunkt – lkaa@eaaa.dk)" userId="cfb87130-7601-443a-93b2-25cc2d772722" providerId="ADAL" clId="{3AE3AA33-8742-4885-8219-9A296A21A439}" dt="2025-01-29T12:17:03.888" v="781" actId="14100"/>
          <ac:spMkLst>
            <pc:docMk/>
            <pc:sldMk cId="2341440601" sldId="272"/>
            <ac:spMk id="9" creationId="{FC17EC89-B246-6E64-DD85-47A3E724DB75}"/>
          </ac:spMkLst>
        </pc:spChg>
        <pc:picChg chg="add mod">
          <ac:chgData name="Lasse Kaae (adjunkt – lkaa@eaaa.dk)" userId="cfb87130-7601-443a-93b2-25cc2d772722" providerId="ADAL" clId="{3AE3AA33-8742-4885-8219-9A296A21A439}" dt="2025-01-27T12:37:46.756" v="248" actId="1076"/>
          <ac:picMkLst>
            <pc:docMk/>
            <pc:sldMk cId="2341440601" sldId="272"/>
            <ac:picMk id="10" creationId="{61EAFF0F-19D8-6E11-D8E0-7927BB983EF3}"/>
          </ac:picMkLst>
        </pc:picChg>
        <pc:cxnChg chg="add mod">
          <ac:chgData name="Lasse Kaae (adjunkt – lkaa@eaaa.dk)" userId="cfb87130-7601-443a-93b2-25cc2d772722" providerId="ADAL" clId="{3AE3AA33-8742-4885-8219-9A296A21A439}" dt="2025-01-27T12:38:08.388" v="278" actId="13822"/>
          <ac:cxnSpMkLst>
            <pc:docMk/>
            <pc:sldMk cId="2341440601" sldId="272"/>
            <ac:cxnSpMk id="12" creationId="{815BB258-78F6-5BE0-06A9-C92CCE4302E6}"/>
          </ac:cxnSpMkLst>
        </pc:cxnChg>
      </pc:sldChg>
      <pc:sldChg chg="addSp delSp modSp add mod">
        <pc:chgData name="Lasse Kaae (adjunkt – lkaa@eaaa.dk)" userId="cfb87130-7601-443a-93b2-25cc2d772722" providerId="ADAL" clId="{3AE3AA33-8742-4885-8219-9A296A21A439}" dt="2025-01-27T12:44:20.262" v="462" actId="20577"/>
        <pc:sldMkLst>
          <pc:docMk/>
          <pc:sldMk cId="736307961" sldId="273"/>
        </pc:sldMkLst>
        <pc:spChg chg="add mod">
          <ac:chgData name="Lasse Kaae (adjunkt – lkaa@eaaa.dk)" userId="cfb87130-7601-443a-93b2-25cc2d772722" providerId="ADAL" clId="{3AE3AA33-8742-4885-8219-9A296A21A439}" dt="2025-01-27T12:42:17.660" v="336" actId="1076"/>
          <ac:spMkLst>
            <pc:docMk/>
            <pc:sldMk cId="736307961" sldId="273"/>
            <ac:spMk id="8" creationId="{70ADDFBD-5E8B-D045-4AB2-8032B759B336}"/>
          </ac:spMkLst>
        </pc:spChg>
        <pc:spChg chg="add mod">
          <ac:chgData name="Lasse Kaae (adjunkt – lkaa@eaaa.dk)" userId="cfb87130-7601-443a-93b2-25cc2d772722" providerId="ADAL" clId="{3AE3AA33-8742-4885-8219-9A296A21A439}" dt="2025-01-27T12:43:14.655" v="404" actId="1076"/>
          <ac:spMkLst>
            <pc:docMk/>
            <pc:sldMk cId="736307961" sldId="273"/>
            <ac:spMk id="10" creationId="{82BBB656-E440-0234-48AF-FAE481EA205D}"/>
          </ac:spMkLst>
        </pc:spChg>
        <pc:spChg chg="add mod">
          <ac:chgData name="Lasse Kaae (adjunkt – lkaa@eaaa.dk)" userId="cfb87130-7601-443a-93b2-25cc2d772722" providerId="ADAL" clId="{3AE3AA33-8742-4885-8219-9A296A21A439}" dt="2025-01-27T12:44:20.262" v="462" actId="20577"/>
          <ac:spMkLst>
            <pc:docMk/>
            <pc:sldMk cId="736307961" sldId="273"/>
            <ac:spMk id="11" creationId="{6719A6DE-BBD0-BF21-37A4-B632282AA066}"/>
          </ac:spMkLst>
        </pc:spChg>
        <pc:picChg chg="add mod ord">
          <ac:chgData name="Lasse Kaae (adjunkt – lkaa@eaaa.dk)" userId="cfb87130-7601-443a-93b2-25cc2d772722" providerId="ADAL" clId="{3AE3AA33-8742-4885-8219-9A296A21A439}" dt="2025-01-27T12:43:45.751" v="437" actId="1076"/>
          <ac:picMkLst>
            <pc:docMk/>
            <pc:sldMk cId="736307961" sldId="273"/>
            <ac:picMk id="7" creationId="{FC752190-83C5-0730-9514-CA1CDEFA568B}"/>
          </ac:picMkLst>
        </pc:picChg>
      </pc:sldChg>
      <pc:sldChg chg="addSp modSp add mod">
        <pc:chgData name="Lasse Kaae (adjunkt – lkaa@eaaa.dk)" userId="cfb87130-7601-443a-93b2-25cc2d772722" providerId="ADAL" clId="{3AE3AA33-8742-4885-8219-9A296A21A439}" dt="2025-01-29T11:35:09.427" v="706" actId="1076"/>
        <pc:sldMkLst>
          <pc:docMk/>
          <pc:sldMk cId="783477670" sldId="274"/>
        </pc:sldMkLst>
        <pc:spChg chg="mod">
          <ac:chgData name="Lasse Kaae (adjunkt – lkaa@eaaa.dk)" userId="cfb87130-7601-443a-93b2-25cc2d772722" providerId="ADAL" clId="{3AE3AA33-8742-4885-8219-9A296A21A439}" dt="2025-01-29T11:35:03.867" v="705" actId="20577"/>
          <ac:spMkLst>
            <pc:docMk/>
            <pc:sldMk cId="783477670" sldId="274"/>
            <ac:spMk id="9" creationId="{A72A50B9-B515-59DE-8D9A-1C08F0967526}"/>
          </ac:spMkLst>
        </pc:spChg>
        <pc:picChg chg="add mod">
          <ac:chgData name="Lasse Kaae (adjunkt – lkaa@eaaa.dk)" userId="cfb87130-7601-443a-93b2-25cc2d772722" providerId="ADAL" clId="{3AE3AA33-8742-4885-8219-9A296A21A439}" dt="2025-01-29T11:35:09.427" v="706" actId="1076"/>
          <ac:picMkLst>
            <pc:docMk/>
            <pc:sldMk cId="783477670" sldId="274"/>
            <ac:picMk id="7" creationId="{C9D07DA0-6B75-EFE3-40EA-7698D1657F62}"/>
          </ac:picMkLst>
        </pc:picChg>
      </pc:sldChg>
      <pc:sldChg chg="addSp modSp add mod ord">
        <pc:chgData name="Lasse Kaae (adjunkt – lkaa@eaaa.dk)" userId="cfb87130-7601-443a-93b2-25cc2d772722" providerId="ADAL" clId="{3AE3AA33-8742-4885-8219-9A296A21A439}" dt="2025-01-29T11:36:10.780" v="708"/>
        <pc:sldMkLst>
          <pc:docMk/>
          <pc:sldMk cId="3458755214" sldId="275"/>
        </pc:sldMkLst>
        <pc:picChg chg="add mod">
          <ac:chgData name="Lasse Kaae (adjunkt – lkaa@eaaa.dk)" userId="cfb87130-7601-443a-93b2-25cc2d772722" providerId="ADAL" clId="{3AE3AA33-8742-4885-8219-9A296A21A439}" dt="2025-01-27T12:46:42.256" v="469" actId="692"/>
          <ac:picMkLst>
            <pc:docMk/>
            <pc:sldMk cId="3458755214" sldId="275"/>
            <ac:picMk id="7" creationId="{B9756561-BA70-009D-DCAA-2FD48898F25C}"/>
          </ac:picMkLst>
        </pc:picChg>
      </pc:sldChg>
      <pc:sldChg chg="modSp add mod">
        <pc:chgData name="Lasse Kaae (adjunkt – lkaa@eaaa.dk)" userId="cfb87130-7601-443a-93b2-25cc2d772722" providerId="ADAL" clId="{3AE3AA33-8742-4885-8219-9A296A21A439}" dt="2025-01-29T11:36:57.322" v="724" actId="20577"/>
        <pc:sldMkLst>
          <pc:docMk/>
          <pc:sldMk cId="3032013604" sldId="276"/>
        </pc:sldMkLst>
        <pc:spChg chg="mod">
          <ac:chgData name="Lasse Kaae (adjunkt – lkaa@eaaa.dk)" userId="cfb87130-7601-443a-93b2-25cc2d772722" providerId="ADAL" clId="{3AE3AA33-8742-4885-8219-9A296A21A439}" dt="2025-01-29T11:36:57.322" v="724" actId="20577"/>
          <ac:spMkLst>
            <pc:docMk/>
            <pc:sldMk cId="3032013604" sldId="276"/>
            <ac:spMk id="9" creationId="{83254668-31BE-38EE-258C-2797300B3F28}"/>
          </ac:spMkLst>
        </pc:spChg>
      </pc:sldChg>
      <pc:sldChg chg="addSp add mod">
        <pc:chgData name="Lasse Kaae (adjunkt – lkaa@eaaa.dk)" userId="cfb87130-7601-443a-93b2-25cc2d772722" providerId="ADAL" clId="{3AE3AA33-8742-4885-8219-9A296A21A439}" dt="2025-01-29T11:39:36.522" v="731" actId="22"/>
        <pc:sldMkLst>
          <pc:docMk/>
          <pc:sldMk cId="4009475071" sldId="277"/>
        </pc:sldMkLst>
        <pc:picChg chg="add">
          <ac:chgData name="Lasse Kaae (adjunkt – lkaa@eaaa.dk)" userId="cfb87130-7601-443a-93b2-25cc2d772722" providerId="ADAL" clId="{3AE3AA33-8742-4885-8219-9A296A21A439}" dt="2025-01-29T11:39:36.522" v="731" actId="22"/>
          <ac:picMkLst>
            <pc:docMk/>
            <pc:sldMk cId="4009475071" sldId="277"/>
            <ac:picMk id="7" creationId="{8C617F72-E39A-A335-A203-156F5ECC3247}"/>
          </ac:picMkLst>
        </pc:picChg>
      </pc:sldChg>
      <pc:sldChg chg="addSp modSp add mod">
        <pc:chgData name="Lasse Kaae (adjunkt – lkaa@eaaa.dk)" userId="cfb87130-7601-443a-93b2-25cc2d772722" providerId="ADAL" clId="{3AE3AA33-8742-4885-8219-9A296A21A439}" dt="2025-01-27T13:02:57.590" v="607" actId="692"/>
        <pc:sldMkLst>
          <pc:docMk/>
          <pc:sldMk cId="1747342734" sldId="278"/>
        </pc:sldMkLst>
        <pc:picChg chg="add mod">
          <ac:chgData name="Lasse Kaae (adjunkt – lkaa@eaaa.dk)" userId="cfb87130-7601-443a-93b2-25cc2d772722" providerId="ADAL" clId="{3AE3AA33-8742-4885-8219-9A296A21A439}" dt="2025-01-27T13:02:57.590" v="607" actId="692"/>
          <ac:picMkLst>
            <pc:docMk/>
            <pc:sldMk cId="1747342734" sldId="278"/>
            <ac:picMk id="7" creationId="{5995A891-E26C-743E-ABCA-566529084ACC}"/>
          </ac:picMkLst>
        </pc:picChg>
      </pc:sldChg>
      <pc:sldChg chg="addSp modSp add mod ord">
        <pc:chgData name="Lasse Kaae (adjunkt – lkaa@eaaa.dk)" userId="cfb87130-7601-443a-93b2-25cc2d772722" providerId="ADAL" clId="{3AE3AA33-8742-4885-8219-9A296A21A439}" dt="2025-01-31T10:09:34.787" v="815" actId="692"/>
        <pc:sldMkLst>
          <pc:docMk/>
          <pc:sldMk cId="3676865365" sldId="279"/>
        </pc:sldMkLst>
        <pc:spChg chg="mod">
          <ac:chgData name="Lasse Kaae (adjunkt – lkaa@eaaa.dk)" userId="cfb87130-7601-443a-93b2-25cc2d772722" providerId="ADAL" clId="{3AE3AA33-8742-4885-8219-9A296A21A439}" dt="2025-01-29T11:39:55.955" v="759" actId="20577"/>
          <ac:spMkLst>
            <pc:docMk/>
            <pc:sldMk cId="3676865365" sldId="279"/>
            <ac:spMk id="9" creationId="{2D151ECE-8D5B-6CCD-5B21-3796A82209DD}"/>
          </ac:spMkLst>
        </pc:spChg>
        <pc:spChg chg="add mod">
          <ac:chgData name="Lasse Kaae (adjunkt – lkaa@eaaa.dk)" userId="cfb87130-7601-443a-93b2-25cc2d772722" providerId="ADAL" clId="{3AE3AA33-8742-4885-8219-9A296A21A439}" dt="2025-01-31T10:09:34.787" v="815" actId="692"/>
          <ac:spMkLst>
            <pc:docMk/>
            <pc:sldMk cId="3676865365" sldId="279"/>
            <ac:spMk id="11" creationId="{5152C869-6299-BDC0-3F16-87F2F915D598}"/>
          </ac:spMkLst>
        </pc:spChg>
        <pc:spChg chg="add mod">
          <ac:chgData name="Lasse Kaae (adjunkt – lkaa@eaaa.dk)" userId="cfb87130-7601-443a-93b2-25cc2d772722" providerId="ADAL" clId="{3AE3AA33-8742-4885-8219-9A296A21A439}" dt="2025-01-31T10:09:29.279" v="814" actId="692"/>
          <ac:spMkLst>
            <pc:docMk/>
            <pc:sldMk cId="3676865365" sldId="279"/>
            <ac:spMk id="12" creationId="{1103DD06-C232-8E58-A9EE-1FCBD6B431BB}"/>
          </ac:spMkLst>
        </pc:spChg>
        <pc:picChg chg="add mod">
          <ac:chgData name="Lasse Kaae (adjunkt – lkaa@eaaa.dk)" userId="cfb87130-7601-443a-93b2-25cc2d772722" providerId="ADAL" clId="{3AE3AA33-8742-4885-8219-9A296A21A439}" dt="2025-01-31T10:08:17.035" v="786" actId="1076"/>
          <ac:picMkLst>
            <pc:docMk/>
            <pc:sldMk cId="3676865365" sldId="279"/>
            <ac:picMk id="7" creationId="{C21DC78A-D4CB-ADA1-C643-6F0D9960B8DA}"/>
          </ac:picMkLst>
        </pc:picChg>
        <pc:picChg chg="add mod">
          <ac:chgData name="Lasse Kaae (adjunkt – lkaa@eaaa.dk)" userId="cfb87130-7601-443a-93b2-25cc2d772722" providerId="ADAL" clId="{3AE3AA33-8742-4885-8219-9A296A21A439}" dt="2025-01-31T10:08:33.499" v="791" actId="1076"/>
          <ac:picMkLst>
            <pc:docMk/>
            <pc:sldMk cId="3676865365" sldId="279"/>
            <ac:picMk id="10" creationId="{49B8E99D-713A-84F2-EC73-CE381524690A}"/>
          </ac:picMkLst>
        </pc:picChg>
      </pc:sldChg>
      <pc:sldChg chg="addSp modSp add mod ord">
        <pc:chgData name="Lasse Kaae (adjunkt – lkaa@eaaa.dk)" userId="cfb87130-7601-443a-93b2-25cc2d772722" providerId="ADAL" clId="{3AE3AA33-8742-4885-8219-9A296A21A439}" dt="2025-01-29T11:39:08.351" v="730"/>
        <pc:sldMkLst>
          <pc:docMk/>
          <pc:sldMk cId="3279140554" sldId="280"/>
        </pc:sldMkLst>
        <pc:picChg chg="add mod">
          <ac:chgData name="Lasse Kaae (adjunkt – lkaa@eaaa.dk)" userId="cfb87130-7601-443a-93b2-25cc2d772722" providerId="ADAL" clId="{3AE3AA33-8742-4885-8219-9A296A21A439}" dt="2025-01-29T11:39:00.755" v="728" actId="692"/>
          <ac:picMkLst>
            <pc:docMk/>
            <pc:sldMk cId="3279140554" sldId="280"/>
            <ac:picMk id="7" creationId="{C744ADBC-3634-E2B4-BA5B-A30E4F4D2765}"/>
          </ac:picMkLst>
        </pc:picChg>
      </pc:sldChg>
      <pc:sldChg chg="add">
        <pc:chgData name="Lasse Kaae (adjunkt – lkaa@eaaa.dk)" userId="cfb87130-7601-443a-93b2-25cc2d772722" providerId="ADAL" clId="{3AE3AA33-8742-4885-8219-9A296A21A439}" dt="2025-01-29T11:39:59.289" v="760"/>
        <pc:sldMkLst>
          <pc:docMk/>
          <pc:sldMk cId="3512059493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B979C-CAD0-4A77-8927-07E43567324F}" type="datetimeFigureOut">
              <a:rPr lang="da-DK" smtClean="0"/>
              <a:t>31-01-2025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9F076-1C31-4E82-ACEE-5964B937CD7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20693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pic>
        <p:nvPicPr>
          <p:cNvPr id="9" name="Billede 8" descr="Et billede, der indeholder tekst, Font/skrifttype, cirkel, skærmbillede">
            <a:extLst>
              <a:ext uri="{FF2B5EF4-FFF2-40B4-BE49-F238E27FC236}">
                <a16:creationId xmlns:a16="http://schemas.microsoft.com/office/drawing/2014/main" id="{759B0890-2D94-0E86-EAE4-44F042FC45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549" y="34355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824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pic>
        <p:nvPicPr>
          <p:cNvPr id="7" name="Billede 6" descr="Et billede, der indeholder tekst, Font/skrifttype, cirkel, skærmbillede">
            <a:extLst>
              <a:ext uri="{FF2B5EF4-FFF2-40B4-BE49-F238E27FC236}">
                <a16:creationId xmlns:a16="http://schemas.microsoft.com/office/drawing/2014/main" id="{B34473DE-6971-B817-AAB9-558820FC76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549" y="34355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533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pic>
        <p:nvPicPr>
          <p:cNvPr id="7" name="Billede 6" descr="Et billede, der indeholder tekst, Font/skrifttype, cirkel, skærmbillede">
            <a:extLst>
              <a:ext uri="{FF2B5EF4-FFF2-40B4-BE49-F238E27FC236}">
                <a16:creationId xmlns:a16="http://schemas.microsoft.com/office/drawing/2014/main" id="{DF8F0207-DA4B-B398-7EBA-D7EBFD1C1A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549" y="34355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23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pic>
        <p:nvPicPr>
          <p:cNvPr id="8" name="Billede 7" descr="Et billede, der indeholder tekst, Font/skrifttype, cirkel, skærmbillede">
            <a:extLst>
              <a:ext uri="{FF2B5EF4-FFF2-40B4-BE49-F238E27FC236}">
                <a16:creationId xmlns:a16="http://schemas.microsoft.com/office/drawing/2014/main" id="{53B100CD-7A06-5D69-B8A3-24420D2A44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549" y="34355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250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pic>
        <p:nvPicPr>
          <p:cNvPr id="10" name="Billede 9" descr="Et billede, der indeholder tekst, Font/skrifttype, cirkel, skærmbillede">
            <a:extLst>
              <a:ext uri="{FF2B5EF4-FFF2-40B4-BE49-F238E27FC236}">
                <a16:creationId xmlns:a16="http://schemas.microsoft.com/office/drawing/2014/main" id="{54B16090-4357-50A2-8ABA-B6E3EC9042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549" y="34355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910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21964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40288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9551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46377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58015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0215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93399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rt med citat og nav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6528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dt eller fal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02842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25084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55342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a-DK"/>
              <a:t>27-01-2025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a-DK"/>
              <a:t>1 semester Embedded Lkaa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18229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F93F43-8B85-E78F-5346-71067A4E0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0950" y="2404534"/>
            <a:ext cx="8023053" cy="1646302"/>
          </a:xfrm>
        </p:spPr>
        <p:txBody>
          <a:bodyPr/>
          <a:lstStyle/>
          <a:p>
            <a:r>
              <a:rPr lang="da-DK" dirty="0"/>
              <a:t>Lasse Kaae</a:t>
            </a:r>
            <a:br>
              <a:rPr lang="da-DK" dirty="0"/>
            </a:br>
            <a:r>
              <a:rPr lang="da-DK" dirty="0"/>
              <a:t>A/D konvertering på Pico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C76FC535-C921-D85D-57AE-3372A19891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Lkaa@eaaa.dk</a:t>
            </a:r>
          </a:p>
        </p:txBody>
      </p:sp>
    </p:spTree>
    <p:extLst>
      <p:ext uri="{BB962C8B-B14F-4D97-AF65-F5344CB8AC3E}">
        <p14:creationId xmlns:p14="http://schemas.microsoft.com/office/powerpoint/2010/main" val="1566681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2C892D-BB97-12D4-853A-2F5769190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A/D konvertering på Pico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CFFCC8D4-C68E-790E-C028-2BCF31938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/>
              <a:t>Hvad er A/D konvertering (analog til digital konvertering)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A154C960-7956-6B6B-3968-45EA113E4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320" y="2738266"/>
            <a:ext cx="7306695" cy="24482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6F9F195-5ACB-046C-E08B-ACA7CB8B5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988E3DF0-F437-47E4-F468-9860ABEFE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8984768-FDAA-2D96-4890-38D72415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79926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C006E-2A0B-5D56-B370-071CF127F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AC644D-D5BD-8B9E-72F7-DE7D4855E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A/D konvertering på Pico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D976BFE1-CB9B-27E2-5E7C-6A6394AEA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/>
              <a:t>A/D praktisk</a:t>
            </a:r>
          </a:p>
          <a:p>
            <a:endParaRPr lang="da-DK" sz="2400" dirty="0"/>
          </a:p>
          <a:p>
            <a:endParaRPr lang="da-DK" sz="2400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C424021B-85B1-2652-FEA7-A823D8A65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566" y="1930400"/>
            <a:ext cx="4014806" cy="35626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36F0CC45-E09F-994D-A198-C005BA759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B050CCF0-529D-7F7C-61A4-DE98A961F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10" name="Pladsholder til slidenummer 9">
            <a:extLst>
              <a:ext uri="{FF2B5EF4-FFF2-40B4-BE49-F238E27FC236}">
                <a16:creationId xmlns:a16="http://schemas.microsoft.com/office/drawing/2014/main" id="{B0ECCB1A-893D-AAD2-ED30-D6F82344D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75003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205CE-CF8C-39E0-6B24-A07FE0151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70B07B-26AB-AE29-7FA1-DAE4C0704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A/D konvertering på Pico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6662FD3C-1334-4CDA-20C5-5CC64378D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/>
              <a:t>Pico</a:t>
            </a:r>
          </a:p>
          <a:p>
            <a:endParaRPr lang="da-DK" sz="2400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00079085-58BC-C85B-00D3-9F6700747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267" y="2695841"/>
            <a:ext cx="7706801" cy="28102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5E3AEB3-8A63-F194-D200-50D51FB4B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F8C54ED-614B-9BFD-39DC-4F8E15793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F85C9F6D-8490-8295-8C7A-EF1DCC240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01805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5A08A-6574-609B-9862-A286ED449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0ACA59-42A2-06B5-1D13-736FADBE1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A/D konvertering på Pico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5740F603-B04C-13B5-A5A9-83FDC6102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/>
              <a:t>Pico kan max måle på 3,3V</a:t>
            </a:r>
          </a:p>
          <a:p>
            <a:r>
              <a:rPr lang="da-DK" sz="2400" dirty="0"/>
              <a:t>Analog værdi = 0V : Digital værdi = 0</a:t>
            </a:r>
          </a:p>
          <a:p>
            <a:r>
              <a:rPr lang="da-DK" sz="2400" dirty="0"/>
              <a:t>Analog værdi = 1,65V : Digital værdi = 32767</a:t>
            </a:r>
          </a:p>
          <a:p>
            <a:r>
              <a:rPr lang="da-DK" sz="2400" dirty="0"/>
              <a:t>Analog værdi = 3,3V : Digital værdi = 65535</a:t>
            </a:r>
          </a:p>
          <a:p>
            <a:endParaRPr lang="da-DK" sz="2400" dirty="0"/>
          </a:p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ED214BF3-FFDD-4C4D-8D4B-DD7428859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45751BED-6AC6-9E45-872D-28D9E309B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016CEE2-FD5B-9690-782F-E5C5C50C6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52516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31932-E71E-D6AB-1338-7A03B9C86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692802-5027-3260-F06E-50EEC0E2A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A/D konvertering på Pico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FC17EC89-B246-6E64-DD85-47A3E724D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304064" cy="3880773"/>
          </a:xfrm>
        </p:spPr>
        <p:txBody>
          <a:bodyPr>
            <a:normAutofit/>
          </a:bodyPr>
          <a:lstStyle/>
          <a:p>
            <a:r>
              <a:rPr lang="da-DK" sz="2400" dirty="0" err="1"/>
              <a:t>MicroPython</a:t>
            </a:r>
            <a:r>
              <a:rPr lang="da-DK" sz="2400" dirty="0"/>
              <a:t> aktivering af A/D konverter (s112 i Pico bogen) </a:t>
            </a:r>
          </a:p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33D6FB2C-FFB9-5B6F-4B51-6A37E2F5F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46722DBD-E970-F0DB-141F-779C64BB6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D662C37-593B-9DB5-C3D9-063C0A862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6</a:t>
            </a:fld>
            <a:endParaRPr lang="da-DK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61EAFF0F-19D8-6E11-D8E0-7927BB983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483" y="2973258"/>
            <a:ext cx="6552426" cy="1127717"/>
          </a:xfrm>
          <a:prstGeom prst="rect">
            <a:avLst/>
          </a:prstGeom>
        </p:spPr>
      </p:pic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815BB258-78F6-5BE0-06A9-C92CCE4302E6}"/>
              </a:ext>
            </a:extLst>
          </p:cNvPr>
          <p:cNvCxnSpPr/>
          <p:nvPr/>
        </p:nvCxnSpPr>
        <p:spPr>
          <a:xfrm>
            <a:off x="5917096" y="2557670"/>
            <a:ext cx="1987826" cy="629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440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C53CA-E3B2-971B-6B05-02832AADD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7D75B1-27DB-6E9D-9D9A-171B0FA93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A/D konvertering på Pico</a:t>
            </a:r>
          </a:p>
        </p:txBody>
      </p:sp>
      <p:pic>
        <p:nvPicPr>
          <p:cNvPr id="7" name="Pladsholder til indhold 6">
            <a:extLst>
              <a:ext uri="{FF2B5EF4-FFF2-40B4-BE49-F238E27FC236}">
                <a16:creationId xmlns:a16="http://schemas.microsoft.com/office/drawing/2014/main" id="{FC752190-83C5-0730-9514-CA1CDEFA5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888436"/>
            <a:ext cx="10491285" cy="3342356"/>
          </a:xfrm>
        </p:spPr>
      </p:pic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909895B-B32B-6971-45EB-ECC40ED3A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3467666A-795D-C33D-EBFB-73A6ED53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A4495989-4AED-498A-6E21-43BE7203E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7</a:t>
            </a:fld>
            <a:endParaRPr lang="da-DK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70ADDFBD-5E8B-D045-4AB2-8032B759B336}"/>
              </a:ext>
            </a:extLst>
          </p:cNvPr>
          <p:cNvSpPr txBox="1"/>
          <p:nvPr/>
        </p:nvSpPr>
        <p:spPr>
          <a:xfrm>
            <a:off x="3680366" y="3012927"/>
            <a:ext cx="5123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Port 26 benyttes til indgang til A/D konverteren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82BBB656-E440-0234-48AF-FAE481EA205D}"/>
              </a:ext>
            </a:extLst>
          </p:cNvPr>
          <p:cNvSpPr txBox="1"/>
          <p:nvPr/>
        </p:nvSpPr>
        <p:spPr>
          <a:xfrm>
            <a:off x="5075582" y="4204472"/>
            <a:ext cx="6709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Pot_value</a:t>
            </a:r>
            <a:r>
              <a:rPr lang="da-DK" dirty="0"/>
              <a:t> er variablen som A/D konverteren lægge sin værdi i.</a:t>
            </a:r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6719A6DE-BBD0-BF21-37A4-B632282AA066}"/>
              </a:ext>
            </a:extLst>
          </p:cNvPr>
          <p:cNvSpPr txBox="1"/>
          <p:nvPr/>
        </p:nvSpPr>
        <p:spPr>
          <a:xfrm>
            <a:off x="3525078" y="4794423"/>
            <a:ext cx="360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Der måles 10 gange hvert sekund</a:t>
            </a:r>
          </a:p>
        </p:txBody>
      </p:sp>
    </p:spTree>
    <p:extLst>
      <p:ext uri="{BB962C8B-B14F-4D97-AF65-F5344CB8AC3E}">
        <p14:creationId xmlns:p14="http://schemas.microsoft.com/office/powerpoint/2010/main" val="736307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7E23F-DFFB-0469-196B-79242780F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0A0C40-ADC5-B931-5EE6-699E9A2C8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A/D konvertering på Pico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2920BD23-2F49-E3AA-1A9A-DA5157471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B07026D5-7A5B-C418-E6C7-D86351C0A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B12DC4AF-1CFB-6B75-72E1-247230C58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3C162E8-FEE5-405F-92DE-2018C833F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8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B9756561-BA70-009D-DCAA-2FD48898F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73" y="2382056"/>
            <a:ext cx="7630590" cy="3286584"/>
          </a:xfrm>
          <a:prstGeom prst="rect">
            <a:avLst/>
          </a:prstGeom>
          <a:ln>
            <a:solidFill>
              <a:schemeClr val="accent5"/>
            </a:solidFill>
          </a:ln>
        </p:spPr>
      </p:pic>
    </p:spTree>
    <p:extLst>
      <p:ext uri="{BB962C8B-B14F-4D97-AF65-F5344CB8AC3E}">
        <p14:creationId xmlns:p14="http://schemas.microsoft.com/office/powerpoint/2010/main" val="3458755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81192-92D9-21AD-6FB9-7EC753D30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18D0C3-2A54-DDF1-BC69-7B502DD4D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A/D konvertering på Pico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A72A50B9-B515-59DE-8D9A-1C08F0967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/>
              <a:t>Lav denne opstilling i</a:t>
            </a:r>
          </a:p>
          <a:p>
            <a:r>
              <a:rPr lang="da-DK" sz="2400" dirty="0" err="1"/>
              <a:t>Wokwi</a:t>
            </a:r>
            <a:r>
              <a:rPr lang="da-DK" sz="2400" dirty="0"/>
              <a:t> og med udprintning</a:t>
            </a:r>
          </a:p>
          <a:p>
            <a:r>
              <a:rPr lang="da-DK" sz="2400" dirty="0"/>
              <a:t>Af spændingsværdien!!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BCC9F69C-571A-4B87-6E8C-A818F120F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08AABD5-7B70-A100-EE7A-59D11D497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51BFA2B-E6F8-A4AE-B634-6370752D9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9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C9D07DA0-6B75-EFE3-40EA-7698D1657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776" y="1270000"/>
            <a:ext cx="7094024" cy="4771362"/>
          </a:xfrm>
          <a:prstGeom prst="rect">
            <a:avLst/>
          </a:prstGeom>
          <a:ln>
            <a:solidFill>
              <a:schemeClr val="accent5"/>
            </a:solidFill>
          </a:ln>
        </p:spPr>
      </p:pic>
    </p:spTree>
    <p:extLst>
      <p:ext uri="{BB962C8B-B14F-4D97-AF65-F5344CB8AC3E}">
        <p14:creationId xmlns:p14="http://schemas.microsoft.com/office/powerpoint/2010/main" val="783477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4CD5E-5BB8-FBF5-89E8-661E07A52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3E3767-5F70-20AC-F868-309943828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A/D konvertering på Pico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83254668-31BE-38EE-258C-2797300B3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/>
              <a:t>Robotbil batteri måling</a:t>
            </a:r>
          </a:p>
          <a:p>
            <a:r>
              <a:rPr lang="da-DK" sz="2400" dirty="0"/>
              <a:t>Batteriet kan levere en spænding mellem 6,4V til 8,4V</a:t>
            </a:r>
          </a:p>
          <a:p>
            <a:r>
              <a:rPr lang="da-DK" sz="2400" dirty="0"/>
              <a:t>Pico kan måle mellem 0 og 3,3V </a:t>
            </a:r>
          </a:p>
          <a:p>
            <a:r>
              <a:rPr lang="da-DK" sz="2400" dirty="0" err="1"/>
              <a:t>Havd</a:t>
            </a:r>
            <a:r>
              <a:rPr lang="da-DK" sz="2400" dirty="0"/>
              <a:t> gør vi nu????</a:t>
            </a:r>
          </a:p>
          <a:p>
            <a:r>
              <a:rPr lang="da-DK" sz="2400" dirty="0"/>
              <a:t>Lærens regneark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CE6EA7BD-EC77-36CE-E91A-9FE64C065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0E2C79C9-A27A-C764-7474-ECE986D0B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22C455FA-1412-5904-AF6A-F2AF18CEE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2013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64EC1-E319-3B51-226A-260AB00E2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E4CA29-5A0F-FEAD-CE1A-F9DE8E0DA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A/D konvertering på Pico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0D9496F2-1096-F0C1-2192-9BDECFA05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8EEC791F-9A75-CB8F-2D5D-F021B2783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15A1DFB5-B4E4-C119-9D32-B2D103681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F2F37203-48F0-4491-03B8-6ED9350D4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11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C744ADBC-3634-E2B4-BA5B-A30E4F4D2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644677"/>
            <a:ext cx="10709709" cy="439668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79140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20271-626E-57E8-34E9-C1DF0A0B8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73AF0D-9DAD-35F1-52FA-1D7CD9CE9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A/D konvertering på Pico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270B63D9-3B5F-5B15-BDA2-AD3CFB6EB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27A92D0D-0D6B-D0AA-FA5C-73480F57E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BECFA3B-9115-DD30-CDF1-17E372416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0AFBE2D-7962-048A-DCB0-254BA6796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12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5995A891-E26C-743E-ABCA-566529084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691573"/>
            <a:ext cx="8385632" cy="4818804"/>
          </a:xfrm>
          <a:prstGeom prst="rect">
            <a:avLst/>
          </a:prstGeom>
          <a:ln>
            <a:solidFill>
              <a:schemeClr val="accent5"/>
            </a:solidFill>
          </a:ln>
        </p:spPr>
      </p:pic>
    </p:spTree>
    <p:extLst>
      <p:ext uri="{BB962C8B-B14F-4D97-AF65-F5344CB8AC3E}">
        <p14:creationId xmlns:p14="http://schemas.microsoft.com/office/powerpoint/2010/main" val="1747342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DB82B-79DC-527E-A0C3-F53978738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347089-912E-38D4-5DD4-275B36B3F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A/D konvertering på Pico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2CA07033-B076-72A5-8286-4C090EB3A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E30E794D-9B95-06FA-5A7B-D47C1999C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D481888-12BE-93F5-C437-0C4546161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AB833FE5-F05E-1CC5-23FB-43ADC0675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13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8C617F72-E39A-A335-A203-156F5ECC3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8887"/>
            <a:ext cx="12192000" cy="304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75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D6B08-0F0D-ACB7-79C4-4C8BA1978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BE87E7-7513-679C-C9F0-8D8EA0137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A/D konvertering på Pico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2D151ECE-8D5B-6CCD-5B21-3796A8220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a-DK" sz="2400" dirty="0"/>
          </a:p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C2F53AC4-94DC-88B7-7134-67509BEC5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33B36D91-8EBC-A66E-93DC-954D3C078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2F673A55-6CC8-47E8-D5F1-752DAE30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14</a:t>
            </a:fld>
            <a:endParaRPr lang="da-DK"/>
          </a:p>
        </p:txBody>
      </p:sp>
      <p:pic>
        <p:nvPicPr>
          <p:cNvPr id="7" name="Billede 6" descr="Et billede, der indeholder Elektroteknik, Elarbejde, kredsløb, elektronik&#10;&#10;Automatisk genereret beskrivelse">
            <a:extLst>
              <a:ext uri="{FF2B5EF4-FFF2-40B4-BE49-F238E27FC236}">
                <a16:creationId xmlns:a16="http://schemas.microsoft.com/office/drawing/2014/main" id="{C21DC78A-D4CB-ADA1-C643-6F0D9960B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92647" y="1245579"/>
            <a:ext cx="5818869" cy="4366841"/>
          </a:xfrm>
          <a:prstGeom prst="rect">
            <a:avLst/>
          </a:prstGeom>
        </p:spPr>
      </p:pic>
      <p:pic>
        <p:nvPicPr>
          <p:cNvPr id="10" name="Billede 9" descr="Et billede, der indeholder Elarbejde, kable, Elektroteknik, elektronik&#10;&#10;Automatisk genereret beskrivelse">
            <a:extLst>
              <a:ext uri="{FF2B5EF4-FFF2-40B4-BE49-F238E27FC236}">
                <a16:creationId xmlns:a16="http://schemas.microsoft.com/office/drawing/2014/main" id="{49B8E99D-713A-84F2-EC73-CE38152469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85197" y="1241385"/>
            <a:ext cx="5693342" cy="4271736"/>
          </a:xfrm>
          <a:prstGeom prst="rect">
            <a:avLst/>
          </a:prstGeom>
        </p:spPr>
      </p:pic>
      <p:sp>
        <p:nvSpPr>
          <p:cNvPr id="11" name="Rektangel 10">
            <a:extLst>
              <a:ext uri="{FF2B5EF4-FFF2-40B4-BE49-F238E27FC236}">
                <a16:creationId xmlns:a16="http://schemas.microsoft.com/office/drawing/2014/main" id="{5152C869-6299-BDC0-3F16-87F2F915D598}"/>
              </a:ext>
            </a:extLst>
          </p:cNvPr>
          <p:cNvSpPr/>
          <p:nvPr/>
        </p:nvSpPr>
        <p:spPr>
          <a:xfrm>
            <a:off x="2079057" y="2877954"/>
            <a:ext cx="2923209" cy="1520791"/>
          </a:xfrm>
          <a:prstGeom prst="rect">
            <a:avLst/>
          </a:prstGeom>
          <a:noFill/>
          <a:ln w="698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1103DD06-C232-8E58-A9EE-1FCBD6B431BB}"/>
              </a:ext>
            </a:extLst>
          </p:cNvPr>
          <p:cNvSpPr/>
          <p:nvPr/>
        </p:nvSpPr>
        <p:spPr>
          <a:xfrm>
            <a:off x="7294652" y="3012611"/>
            <a:ext cx="1839074" cy="1610759"/>
          </a:xfrm>
          <a:prstGeom prst="rect">
            <a:avLst/>
          </a:prstGeom>
          <a:noFill/>
          <a:ln w="698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76865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EC250-1A49-1ADB-0A7C-B476CD2A6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78D323-FDC2-C709-EB6D-B3470DE3A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A/D konvertering på Pico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A8A7E78F-EF6B-569F-09A1-67CA49167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a-DK" sz="2400" dirty="0"/>
          </a:p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FDED6861-D1D3-A6DC-F9D5-56CE8588B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27-01-2025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8EE84A89-0495-3959-41EB-167632871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 semester Embedded Lkaa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03F65A5-6FC3-2847-324E-52033AAE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20594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b29427a-4ed3-4f0e-a3ff-ced1342f64ac}" enabled="0" method="" siteId="{1b29427a-4ed3-4f0e-a3ff-ced1342f64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454</TotalTime>
  <Words>313</Words>
  <Application>Microsoft Office PowerPoint</Application>
  <PresentationFormat>Widescreen</PresentationFormat>
  <Paragraphs>77</Paragraphs>
  <Slides>15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15</vt:i4>
      </vt:variant>
    </vt:vector>
  </HeadingPairs>
  <TitlesOfParts>
    <vt:vector size="20" baseType="lpstr">
      <vt:lpstr>Aptos</vt:lpstr>
      <vt:lpstr>Arial</vt:lpstr>
      <vt:lpstr>Trebuchet MS</vt:lpstr>
      <vt:lpstr>Wingdings 3</vt:lpstr>
      <vt:lpstr>Facet</vt:lpstr>
      <vt:lpstr>Lasse Kaae A/D konvertering på Pico</vt:lpstr>
      <vt:lpstr>A/D konvertering på Pico</vt:lpstr>
      <vt:lpstr>A/D konvertering på Pico</vt:lpstr>
      <vt:lpstr>A/D konvertering på Pico</vt:lpstr>
      <vt:lpstr>A/D konvertering på Pico</vt:lpstr>
      <vt:lpstr>A/D konvertering på Pico</vt:lpstr>
      <vt:lpstr>A/D konvertering på Pico</vt:lpstr>
      <vt:lpstr>A/D konvertering på Pico</vt:lpstr>
      <vt:lpstr>A/D konvertering på Pico</vt:lpstr>
      <vt:lpstr>A/D konvertering på Pico</vt:lpstr>
      <vt:lpstr>A/D konvertering på Pico</vt:lpstr>
      <vt:lpstr>A/D konvertering på Pico</vt:lpstr>
      <vt:lpstr>A/D konvertering på Pico</vt:lpstr>
      <vt:lpstr>A/D konvertering på Pico</vt:lpstr>
      <vt:lpstr>A/D konvertering på Pico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Lasse Kaae (adjunkt – lkaa@eaaa.dk)</dc:creator>
  <cp:lastModifiedBy>Lasse Kaae (adjunkt – lkaa@eaaa.dk)</cp:lastModifiedBy>
  <cp:revision>2</cp:revision>
  <dcterms:created xsi:type="dcterms:W3CDTF">2023-08-16T05:52:46Z</dcterms:created>
  <dcterms:modified xsi:type="dcterms:W3CDTF">2025-01-31T10:09:41Z</dcterms:modified>
</cp:coreProperties>
</file>