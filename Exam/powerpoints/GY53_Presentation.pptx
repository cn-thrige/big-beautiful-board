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59" r:id="rId6"/>
    <p:sldId id="267" r:id="rId7"/>
    <p:sldId id="260" r:id="rId8"/>
    <p:sldId id="261" r:id="rId9"/>
    <p:sldId id="262" r:id="rId10"/>
    <p:sldId id="263" r:id="rId11"/>
    <p:sldId id="265" r:id="rId12"/>
    <p:sldId id="264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9A037D-53AA-4BDD-B0D4-8310397AC306}" v="9" dt="2025-11-19T09:34:54.8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2094" y="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sse Kaae (adjunkt – lkaa@eaaa.dk)" userId="cfb87130-7601-443a-93b2-25cc2d772722" providerId="ADAL" clId="{5DCCF480-BD7E-4275-BCEC-EA6D22B0F3E3}"/>
    <pc:docChg chg="custSel addSld modSld sldOrd modMainMaster">
      <pc:chgData name="Lasse Kaae (adjunkt – lkaa@eaaa.dk)" userId="cfb87130-7601-443a-93b2-25cc2d772722" providerId="ADAL" clId="{5DCCF480-BD7E-4275-BCEC-EA6D22B0F3E3}" dt="2025-11-19T09:35:40.568" v="184" actId="14100"/>
      <pc:docMkLst>
        <pc:docMk/>
      </pc:docMkLst>
      <pc:sldChg chg="modSp mod">
        <pc:chgData name="Lasse Kaae (adjunkt – lkaa@eaaa.dk)" userId="cfb87130-7601-443a-93b2-25cc2d772722" providerId="ADAL" clId="{5DCCF480-BD7E-4275-BCEC-EA6D22B0F3E3}" dt="2025-11-19T09:35:40.568" v="184" actId="14100"/>
        <pc:sldMkLst>
          <pc:docMk/>
          <pc:sldMk cId="0" sldId="259"/>
        </pc:sldMkLst>
        <pc:picChg chg="mod">
          <ac:chgData name="Lasse Kaae (adjunkt – lkaa@eaaa.dk)" userId="cfb87130-7601-443a-93b2-25cc2d772722" providerId="ADAL" clId="{5DCCF480-BD7E-4275-BCEC-EA6D22B0F3E3}" dt="2025-11-19T09:35:16.763" v="181" actId="1076"/>
          <ac:picMkLst>
            <pc:docMk/>
            <pc:sldMk cId="0" sldId="259"/>
            <ac:picMk id="6" creationId="{D3075DE6-8F6F-07EB-0FDF-69B7830B746B}"/>
          </ac:picMkLst>
        </pc:picChg>
        <pc:cxnChg chg="mod">
          <ac:chgData name="Lasse Kaae (adjunkt – lkaa@eaaa.dk)" userId="cfb87130-7601-443a-93b2-25cc2d772722" providerId="ADAL" clId="{5DCCF480-BD7E-4275-BCEC-EA6D22B0F3E3}" dt="2025-11-19T09:35:40.568" v="184" actId="14100"/>
          <ac:cxnSpMkLst>
            <pc:docMk/>
            <pc:sldMk cId="0" sldId="259"/>
            <ac:cxnSpMk id="8" creationId="{D8CB31D9-2E17-8B73-58AD-0D991812455B}"/>
          </ac:cxnSpMkLst>
        </pc:cxnChg>
        <pc:cxnChg chg="mod">
          <ac:chgData name="Lasse Kaae (adjunkt – lkaa@eaaa.dk)" userId="cfb87130-7601-443a-93b2-25cc2d772722" providerId="ADAL" clId="{5DCCF480-BD7E-4275-BCEC-EA6D22B0F3E3}" dt="2025-11-19T09:35:34.923" v="183" actId="14100"/>
          <ac:cxnSpMkLst>
            <pc:docMk/>
            <pc:sldMk cId="0" sldId="259"/>
            <ac:cxnSpMk id="9" creationId="{A50DCE19-C63E-C5C2-6519-7D5BFD6FE7A9}"/>
          </ac:cxnSpMkLst>
        </pc:cxnChg>
        <pc:cxnChg chg="mod">
          <ac:chgData name="Lasse Kaae (adjunkt – lkaa@eaaa.dk)" userId="cfb87130-7601-443a-93b2-25cc2d772722" providerId="ADAL" clId="{5DCCF480-BD7E-4275-BCEC-EA6D22B0F3E3}" dt="2025-11-19T09:35:28.296" v="182" actId="14100"/>
          <ac:cxnSpMkLst>
            <pc:docMk/>
            <pc:sldMk cId="0" sldId="259"/>
            <ac:cxnSpMk id="10" creationId="{98C3F7F3-FDE8-8AE2-2EEC-2457A3F763FF}"/>
          </ac:cxnSpMkLst>
        </pc:cxnChg>
      </pc:sldChg>
      <pc:sldChg chg="ord">
        <pc:chgData name="Lasse Kaae (adjunkt – lkaa@eaaa.dk)" userId="cfb87130-7601-443a-93b2-25cc2d772722" providerId="ADAL" clId="{5DCCF480-BD7E-4275-BCEC-EA6D22B0F3E3}" dt="2025-11-14T10:31:12.504" v="46"/>
        <pc:sldMkLst>
          <pc:docMk/>
          <pc:sldMk cId="172966046" sldId="266"/>
        </pc:sldMkLst>
      </pc:sldChg>
      <pc:sldChg chg="addSp delSp modSp add mod">
        <pc:chgData name="Lasse Kaae (adjunkt – lkaa@eaaa.dk)" userId="cfb87130-7601-443a-93b2-25cc2d772722" providerId="ADAL" clId="{5DCCF480-BD7E-4275-BCEC-EA6D22B0F3E3}" dt="2025-11-19T09:35:00.488" v="180" actId="1076"/>
        <pc:sldMkLst>
          <pc:docMk/>
          <pc:sldMk cId="1922709284" sldId="267"/>
        </pc:sldMkLst>
        <pc:spChg chg="mod">
          <ac:chgData name="Lasse Kaae (adjunkt – lkaa@eaaa.dk)" userId="cfb87130-7601-443a-93b2-25cc2d772722" providerId="ADAL" clId="{5DCCF480-BD7E-4275-BCEC-EA6D22B0F3E3}" dt="2025-11-14T10:30:23.856" v="43" actId="1076"/>
          <ac:spMkLst>
            <pc:docMk/>
            <pc:sldMk cId="1922709284" sldId="267"/>
            <ac:spMk id="3" creationId="{894DF8D9-4B56-B7E5-724F-A5EF66F6F55B}"/>
          </ac:spMkLst>
        </pc:spChg>
        <pc:picChg chg="add mod">
          <ac:chgData name="Lasse Kaae (adjunkt – lkaa@eaaa.dk)" userId="cfb87130-7601-443a-93b2-25cc2d772722" providerId="ADAL" clId="{5DCCF480-BD7E-4275-BCEC-EA6D22B0F3E3}" dt="2025-11-19T09:35:00.488" v="180" actId="1076"/>
          <ac:picMkLst>
            <pc:docMk/>
            <pc:sldMk cId="1922709284" sldId="267"/>
            <ac:picMk id="5" creationId="{86283C01-D655-69C2-EB40-1A0FCF882C07}"/>
          </ac:picMkLst>
        </pc:picChg>
        <pc:picChg chg="add del mod">
          <ac:chgData name="Lasse Kaae (adjunkt – lkaa@eaaa.dk)" userId="cfb87130-7601-443a-93b2-25cc2d772722" providerId="ADAL" clId="{5DCCF480-BD7E-4275-BCEC-EA6D22B0F3E3}" dt="2025-11-19T09:33:23.285" v="175" actId="478"/>
          <ac:picMkLst>
            <pc:docMk/>
            <pc:sldMk cId="1922709284" sldId="267"/>
            <ac:picMk id="7" creationId="{5E241F72-7255-B73E-AC62-2F81BEE30E42}"/>
          </ac:picMkLst>
        </pc:picChg>
      </pc:sldChg>
      <pc:sldChg chg="addSp modSp new mod">
        <pc:chgData name="Lasse Kaae (adjunkt – lkaa@eaaa.dk)" userId="cfb87130-7601-443a-93b2-25cc2d772722" providerId="ADAL" clId="{5DCCF480-BD7E-4275-BCEC-EA6D22B0F3E3}" dt="2025-11-19T09:20:12.079" v="174" actId="20577"/>
        <pc:sldMkLst>
          <pc:docMk/>
          <pc:sldMk cId="830746177" sldId="268"/>
        </pc:sldMkLst>
        <pc:spChg chg="mod">
          <ac:chgData name="Lasse Kaae (adjunkt – lkaa@eaaa.dk)" userId="cfb87130-7601-443a-93b2-25cc2d772722" providerId="ADAL" clId="{5DCCF480-BD7E-4275-BCEC-EA6D22B0F3E3}" dt="2025-11-19T07:21:07.538" v="53" actId="20577"/>
          <ac:spMkLst>
            <pc:docMk/>
            <pc:sldMk cId="830746177" sldId="268"/>
            <ac:spMk id="2" creationId="{ECD780AB-5615-A77D-3982-015CE10A7BF5}"/>
          </ac:spMkLst>
        </pc:spChg>
        <pc:spChg chg="mod">
          <ac:chgData name="Lasse Kaae (adjunkt – lkaa@eaaa.dk)" userId="cfb87130-7601-443a-93b2-25cc2d772722" providerId="ADAL" clId="{5DCCF480-BD7E-4275-BCEC-EA6D22B0F3E3}" dt="2025-11-19T09:20:12.079" v="174" actId="20577"/>
          <ac:spMkLst>
            <pc:docMk/>
            <pc:sldMk cId="830746177" sldId="268"/>
            <ac:spMk id="3" creationId="{94CC2BA9-E9F9-92BD-1014-7EC1526FE051}"/>
          </ac:spMkLst>
        </pc:spChg>
        <pc:picChg chg="add mod">
          <ac:chgData name="Lasse Kaae (adjunkt – lkaa@eaaa.dk)" userId="cfb87130-7601-443a-93b2-25cc2d772722" providerId="ADAL" clId="{5DCCF480-BD7E-4275-BCEC-EA6D22B0F3E3}" dt="2025-11-19T09:14:14.099" v="136" actId="1076"/>
          <ac:picMkLst>
            <pc:docMk/>
            <pc:sldMk cId="830746177" sldId="268"/>
            <ac:picMk id="7" creationId="{CE1AB8A4-8D9E-1F74-7A58-423DC22C9A59}"/>
          </ac:picMkLst>
        </pc:picChg>
        <pc:cxnChg chg="add mod">
          <ac:chgData name="Lasse Kaae (adjunkt – lkaa@eaaa.dk)" userId="cfb87130-7601-443a-93b2-25cc2d772722" providerId="ADAL" clId="{5DCCF480-BD7E-4275-BCEC-EA6D22B0F3E3}" dt="2025-11-19T09:14:55.708" v="161" actId="13822"/>
          <ac:cxnSpMkLst>
            <pc:docMk/>
            <pc:sldMk cId="830746177" sldId="268"/>
            <ac:cxnSpMk id="9" creationId="{5A60BAC0-1D44-123F-0D9B-02444AD13EB6}"/>
          </ac:cxnSpMkLst>
        </pc:cxnChg>
        <pc:cxnChg chg="add mod">
          <ac:chgData name="Lasse Kaae (adjunkt – lkaa@eaaa.dk)" userId="cfb87130-7601-443a-93b2-25cc2d772722" providerId="ADAL" clId="{5DCCF480-BD7E-4275-BCEC-EA6D22B0F3E3}" dt="2025-11-19T09:15:10.927" v="167" actId="14100"/>
          <ac:cxnSpMkLst>
            <pc:docMk/>
            <pc:sldMk cId="830746177" sldId="268"/>
            <ac:cxnSpMk id="10" creationId="{C0BDAF7B-C25F-1A48-6DD9-5C25E6020051}"/>
          </ac:cxnSpMkLst>
        </pc:cxnChg>
        <pc:cxnChg chg="add mod">
          <ac:chgData name="Lasse Kaae (adjunkt – lkaa@eaaa.dk)" userId="cfb87130-7601-443a-93b2-25cc2d772722" providerId="ADAL" clId="{5DCCF480-BD7E-4275-BCEC-EA6D22B0F3E3}" dt="2025-11-19T09:15:05.722" v="165" actId="14100"/>
          <ac:cxnSpMkLst>
            <pc:docMk/>
            <pc:sldMk cId="830746177" sldId="268"/>
            <ac:cxnSpMk id="11" creationId="{6736016C-5699-0307-23AD-E88C05342495}"/>
          </ac:cxnSpMkLst>
        </pc:cxnChg>
      </pc:sldChg>
      <pc:sldMasterChg chg="modSldLayout">
        <pc:chgData name="Lasse Kaae (adjunkt – lkaa@eaaa.dk)" userId="cfb87130-7601-443a-93b2-25cc2d772722" providerId="ADAL" clId="{5DCCF480-BD7E-4275-BCEC-EA6D22B0F3E3}" dt="2025-11-14T10:27:48.389" v="7" actId="14100"/>
        <pc:sldMasterMkLst>
          <pc:docMk/>
          <pc:sldMasterMk cId="3519854646" sldId="2147483660"/>
        </pc:sldMasterMkLst>
        <pc:sldLayoutChg chg="addSp modSp mod">
          <pc:chgData name="Lasse Kaae (adjunkt – lkaa@eaaa.dk)" userId="cfb87130-7601-443a-93b2-25cc2d772722" providerId="ADAL" clId="{5DCCF480-BD7E-4275-BCEC-EA6D22B0F3E3}" dt="2025-11-14T10:26:12.415" v="1" actId="1076"/>
          <pc:sldLayoutMkLst>
            <pc:docMk/>
            <pc:sldMasterMk cId="3519854646" sldId="2147483660"/>
            <pc:sldLayoutMk cId="4274243936" sldId="2147483661"/>
          </pc:sldLayoutMkLst>
          <pc:picChg chg="add mod">
            <ac:chgData name="Lasse Kaae (adjunkt – lkaa@eaaa.dk)" userId="cfb87130-7601-443a-93b2-25cc2d772722" providerId="ADAL" clId="{5DCCF480-BD7E-4275-BCEC-EA6D22B0F3E3}" dt="2025-11-14T10:26:12.415" v="1" actId="1076"/>
            <ac:picMkLst>
              <pc:docMk/>
              <pc:sldMasterMk cId="3519854646" sldId="2147483660"/>
              <pc:sldLayoutMk cId="4274243936" sldId="2147483661"/>
              <ac:picMk id="8" creationId="{F4E5FAD4-5C24-0444-52DA-BC354196F5E0}"/>
            </ac:picMkLst>
          </pc:picChg>
        </pc:sldLayoutChg>
        <pc:sldLayoutChg chg="addSp modSp mod">
          <pc:chgData name="Lasse Kaae (adjunkt – lkaa@eaaa.dk)" userId="cfb87130-7601-443a-93b2-25cc2d772722" providerId="ADAL" clId="{5DCCF480-BD7E-4275-BCEC-EA6D22B0F3E3}" dt="2025-11-14T10:27:43.757" v="6" actId="14100"/>
          <pc:sldLayoutMkLst>
            <pc:docMk/>
            <pc:sldMasterMk cId="3519854646" sldId="2147483660"/>
            <pc:sldLayoutMk cId="2447117269" sldId="2147483662"/>
          </pc:sldLayoutMkLst>
          <pc:spChg chg="mod">
            <ac:chgData name="Lasse Kaae (adjunkt – lkaa@eaaa.dk)" userId="cfb87130-7601-443a-93b2-25cc2d772722" providerId="ADAL" clId="{5DCCF480-BD7E-4275-BCEC-EA6D22B0F3E3}" dt="2025-11-14T10:27:43.757" v="6" actId="14100"/>
            <ac:spMkLst>
              <pc:docMk/>
              <pc:sldMasterMk cId="3519854646" sldId="2147483660"/>
              <pc:sldLayoutMk cId="2447117269" sldId="2147483662"/>
              <ac:spMk id="4" creationId="{00000000-0000-0000-0000-000000000000}"/>
            </ac:spMkLst>
          </pc:spChg>
          <pc:picChg chg="add mod">
            <ac:chgData name="Lasse Kaae (adjunkt – lkaa@eaaa.dk)" userId="cfb87130-7601-443a-93b2-25cc2d772722" providerId="ADAL" clId="{5DCCF480-BD7E-4275-BCEC-EA6D22B0F3E3}" dt="2025-11-14T10:26:21.928" v="5" actId="1076"/>
            <ac:picMkLst>
              <pc:docMk/>
              <pc:sldMasterMk cId="3519854646" sldId="2147483660"/>
              <pc:sldLayoutMk cId="2447117269" sldId="2147483662"/>
              <ac:picMk id="7" creationId="{C106F67A-A4C1-9994-F085-28C3E7244785}"/>
            </ac:picMkLst>
          </pc:picChg>
        </pc:sldLayoutChg>
        <pc:sldLayoutChg chg="modSp mod">
          <pc:chgData name="Lasse Kaae (adjunkt – lkaa@eaaa.dk)" userId="cfb87130-7601-443a-93b2-25cc2d772722" providerId="ADAL" clId="{5DCCF480-BD7E-4275-BCEC-EA6D22B0F3E3}" dt="2025-11-14T10:27:48.389" v="7" actId="14100"/>
          <pc:sldLayoutMkLst>
            <pc:docMk/>
            <pc:sldMasterMk cId="3519854646" sldId="2147483660"/>
            <pc:sldLayoutMk cId="2173468900" sldId="2147483663"/>
          </pc:sldLayoutMkLst>
          <pc:spChg chg="mod">
            <ac:chgData name="Lasse Kaae (adjunkt – lkaa@eaaa.dk)" userId="cfb87130-7601-443a-93b2-25cc2d772722" providerId="ADAL" clId="{5DCCF480-BD7E-4275-BCEC-EA6D22B0F3E3}" dt="2025-11-14T10:27:48.389" v="7" actId="14100"/>
            <ac:spMkLst>
              <pc:docMk/>
              <pc:sldMasterMk cId="3519854646" sldId="2147483660"/>
              <pc:sldLayoutMk cId="2173468900" sldId="2147483663"/>
              <ac:spMk id="4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E05CD8-83C8-4CCB-B1ED-348CFE7B68F2}" type="datetimeFigureOut">
              <a:rPr lang="da-DK" smtClean="0"/>
              <a:t>19-11-2025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4AADF-E785-4753-B89B-5C9C0A04DD7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0470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Indsæt PWM-signal billede: https://eu-prod.asyncgw.teams.microsoft.com/v1/objects/0-weu-d16-4e7ef910c59f6aff03f50375b48f48bc/views/original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Indsæt forbindelsesdiagram billede: https://eu-prod.asyncgw.teams.microsoft.com/v1/objects/0-weu-d16-4e7ef910c59f6aff03f50375b48f48bc/views/original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0FF9A-31E8-E77C-CE67-F590E8383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A6A8A0-3D0A-7442-0DF0-44FD700FED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973093-9F01-C27D-97FE-F74C89CC9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Indsæt forbindelsesdiagram billede: https://eu-prod.asyncgw.teams.microsoft.com/v1/objects/0-weu-d16-4e7ef910c59f6aff03f50375b48f48bc/views/original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30464-2CE6-C70E-29FF-11BF72142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3773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Indsæt PWM-signal billede: https://eu-prod.asyncgw.teams.microsoft.com/v1/objects/0-weu-d16-4e7ef910c59f6aff03f50375b48f48bc/views/original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Indsæt PWM-graf billede: https://eu-prod.asyncgw.teams.microsoft.com/v1/objects/0-weu-d16-4e7ef910c59f6aff03f50375b48f48bc/views/original/pwm_signal_graph.png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Billede 7" descr="Et billede, der indeholder tekst, Font/skrifttype, cirkel, skærmbillede">
            <a:extLst>
              <a:ext uri="{FF2B5EF4-FFF2-40B4-BE49-F238E27FC236}">
                <a16:creationId xmlns:a16="http://schemas.microsoft.com/office/drawing/2014/main" id="{F4E5FAD4-5C24-0444-52DA-BC354196F5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896" y="273641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243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05257" y="6041363"/>
            <a:ext cx="852107" cy="365125"/>
          </a:xfrm>
        </p:spPr>
        <p:txBody>
          <a:bodyPr/>
          <a:lstStyle/>
          <a:p>
            <a:r>
              <a:rPr lang="en-US" dirty="0"/>
              <a:t>11/14/2025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Billede 6" descr="Et billede, der indeholder tekst, Font/skrifttype, cirkel, skærmbillede">
            <a:extLst>
              <a:ext uri="{FF2B5EF4-FFF2-40B4-BE49-F238E27FC236}">
                <a16:creationId xmlns:a16="http://schemas.microsoft.com/office/drawing/2014/main" id="{C106F67A-A4C1-9994-F085-28C3E72447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129" y="283938"/>
            <a:ext cx="1725065" cy="65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11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05257" y="6041363"/>
            <a:ext cx="804295" cy="365125"/>
          </a:xfrm>
        </p:spPr>
        <p:txBody>
          <a:bodyPr/>
          <a:lstStyle/>
          <a:p>
            <a:r>
              <a:rPr lang="en-US" dirty="0"/>
              <a:t>11/14/2025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68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97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77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99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754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0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80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8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0993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44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rt med citat og nav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3943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dt eller fal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38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6987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44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11/14/2025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5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1492624"/>
            <a:ext cx="6882810" cy="2558212"/>
          </a:xfrm>
        </p:spPr>
        <p:txBody>
          <a:bodyPr/>
          <a:lstStyle/>
          <a:p>
            <a:r>
              <a:rPr sz="4400" dirty="0"/>
              <a:t>GY-53 </a:t>
            </a:r>
            <a:r>
              <a:rPr sz="4400" dirty="0" err="1"/>
              <a:t>ToF</a:t>
            </a:r>
            <a:r>
              <a:rPr sz="4400" dirty="0"/>
              <a:t> Sensor med PWM </a:t>
            </a:r>
            <a:r>
              <a:rPr sz="4400" dirty="0" err="1"/>
              <a:t>på</a:t>
            </a:r>
            <a:r>
              <a:rPr sz="4400" dirty="0"/>
              <a:t> Raspberry Pi Pico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Præsentation</a:t>
            </a:r>
            <a:r>
              <a:rPr dirty="0"/>
              <a:t> </a:t>
            </a:r>
            <a:r>
              <a:rPr dirty="0" err="1"/>
              <a:t>af</a:t>
            </a:r>
            <a:r>
              <a:rPr dirty="0"/>
              <a:t> </a:t>
            </a:r>
            <a:r>
              <a:rPr dirty="0" err="1"/>
              <a:t>funktion</a:t>
            </a:r>
            <a:r>
              <a:rPr dirty="0"/>
              <a:t>, </a:t>
            </a:r>
            <a:r>
              <a:rPr dirty="0" err="1"/>
              <a:t>tilslutning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kodeeksempel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Oversigt over GY-53 sensor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Time-of-Flight sensor baseret på VL53L0X</a:t>
            </a:r>
          </a:p>
          <a:p>
            <a:r>
              <a:t>• Måleområde: 0–2 m</a:t>
            </a:r>
          </a:p>
          <a:p>
            <a:r>
              <a:t>• Output modes: UART, PWM, I²C</a:t>
            </a:r>
          </a:p>
          <a:p>
            <a:r>
              <a:t>• PWM giver afstand som pulslængde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C60382F5-6CB6-CFA6-962B-502620F8B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461" y="2685622"/>
            <a:ext cx="1790950" cy="2105319"/>
          </a:xfrm>
          <a:prstGeom prst="rect">
            <a:avLst/>
          </a:prstGeom>
        </p:spPr>
      </p:pic>
      <p:sp>
        <p:nvSpPr>
          <p:cNvPr id="6" name="Pladsholder til dato 5">
            <a:extLst>
              <a:ext uri="{FF2B5EF4-FFF2-40B4-BE49-F238E27FC236}">
                <a16:creationId xmlns:a16="http://schemas.microsoft.com/office/drawing/2014/main" id="{9E9B5972-95F1-23B5-97CF-94AE3370A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E5AD0A0-1CC8-6625-4E84-2439A20B8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PWM-princippet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7546042" cy="3880773"/>
          </a:xfrm>
        </p:spPr>
        <p:txBody>
          <a:bodyPr/>
          <a:lstStyle/>
          <a:p>
            <a:r>
              <a:rPr dirty="0"/>
              <a:t>• Sensor sender </a:t>
            </a:r>
            <a:r>
              <a:rPr dirty="0" err="1"/>
              <a:t>digitalt</a:t>
            </a:r>
            <a:r>
              <a:rPr dirty="0"/>
              <a:t> signal med fast </a:t>
            </a:r>
            <a:r>
              <a:rPr dirty="0" err="1"/>
              <a:t>periode</a:t>
            </a:r>
            <a:r>
              <a:rPr dirty="0"/>
              <a:t> (~22 </a:t>
            </a:r>
            <a:r>
              <a:rPr dirty="0" err="1"/>
              <a:t>ms</a:t>
            </a:r>
            <a:r>
              <a:rPr dirty="0"/>
              <a:t>)</a:t>
            </a:r>
          </a:p>
          <a:p>
            <a:r>
              <a:rPr dirty="0"/>
              <a:t>• </a:t>
            </a:r>
            <a:r>
              <a:rPr dirty="0" err="1"/>
              <a:t>Pulslængde</a:t>
            </a:r>
            <a:r>
              <a:rPr dirty="0"/>
              <a:t> (HIGH) </a:t>
            </a:r>
            <a:r>
              <a:rPr dirty="0" err="1"/>
              <a:t>repræsenterer</a:t>
            </a:r>
            <a:r>
              <a:rPr dirty="0"/>
              <a:t> </a:t>
            </a:r>
            <a:r>
              <a:rPr dirty="0" err="1"/>
              <a:t>afstand</a:t>
            </a:r>
            <a:endParaRPr dirty="0"/>
          </a:p>
          <a:p>
            <a:r>
              <a:rPr dirty="0"/>
              <a:t>• Formel: </a:t>
            </a:r>
            <a:r>
              <a:rPr dirty="0" err="1"/>
              <a:t>Afstand</a:t>
            </a:r>
            <a:r>
              <a:rPr dirty="0"/>
              <a:t> (mm) = </a:t>
            </a:r>
            <a:r>
              <a:rPr dirty="0" err="1"/>
              <a:t>Pulslængde</a:t>
            </a:r>
            <a:r>
              <a:rPr dirty="0"/>
              <a:t> (µs) / 10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C5670E5D-2C7E-CD6C-F766-C62B7C447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075" y="3334870"/>
            <a:ext cx="3948105" cy="3310605"/>
          </a:xfrm>
          <a:prstGeom prst="rect">
            <a:avLst/>
          </a:prstGeom>
        </p:spPr>
      </p:pic>
      <p:cxnSp>
        <p:nvCxnSpPr>
          <p:cNvPr id="7" name="Lige pilforbindelse 6">
            <a:extLst>
              <a:ext uri="{FF2B5EF4-FFF2-40B4-BE49-F238E27FC236}">
                <a16:creationId xmlns:a16="http://schemas.microsoft.com/office/drawing/2014/main" id="{9DF1E865-F41B-2D63-2738-EE5A91BF9076}"/>
              </a:ext>
            </a:extLst>
          </p:cNvPr>
          <p:cNvCxnSpPr/>
          <p:nvPr/>
        </p:nvCxnSpPr>
        <p:spPr>
          <a:xfrm>
            <a:off x="5614147" y="4766982"/>
            <a:ext cx="178173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" name="Pladsholder til dato 7">
            <a:extLst>
              <a:ext uri="{FF2B5EF4-FFF2-40B4-BE49-F238E27FC236}">
                <a16:creationId xmlns:a16="http://schemas.microsoft.com/office/drawing/2014/main" id="{323E63F7-EF4C-756C-DD11-E217F1A3B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1162CC1C-ED80-1E4B-6312-4836EBEEB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54ADF-DAB6-0088-F710-2C8670155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97EA99-3857-CCA1-F51A-92E0294C6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Data fra datablad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96346EA-F899-9D97-8C5F-74E5642A5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5C06FDA9-FB6E-C82F-73BD-D3C68442C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05" y="1556278"/>
            <a:ext cx="5782482" cy="1486107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65DB62C5-24FC-FAE3-D4A9-34B07B03D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39" y="3013548"/>
            <a:ext cx="5172797" cy="3258005"/>
          </a:xfrm>
          <a:prstGeom prst="rect">
            <a:avLst/>
          </a:prstGeom>
        </p:spPr>
      </p:pic>
      <p:sp>
        <p:nvSpPr>
          <p:cNvPr id="10" name="Rektangel: afrundede hjørner 9">
            <a:extLst>
              <a:ext uri="{FF2B5EF4-FFF2-40B4-BE49-F238E27FC236}">
                <a16:creationId xmlns:a16="http://schemas.microsoft.com/office/drawing/2014/main" id="{B02593A4-7A63-5A95-1415-B191CB2A830D}"/>
              </a:ext>
            </a:extLst>
          </p:cNvPr>
          <p:cNvSpPr/>
          <p:nvPr/>
        </p:nvSpPr>
        <p:spPr>
          <a:xfrm>
            <a:off x="914441" y="1996888"/>
            <a:ext cx="5172797" cy="7059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Rektangel: afrundede hjørner 10">
            <a:extLst>
              <a:ext uri="{FF2B5EF4-FFF2-40B4-BE49-F238E27FC236}">
                <a16:creationId xmlns:a16="http://schemas.microsoft.com/office/drawing/2014/main" id="{14C5E5BF-6065-4519-3465-27F17236C113}"/>
              </a:ext>
            </a:extLst>
          </p:cNvPr>
          <p:cNvSpPr/>
          <p:nvPr/>
        </p:nvSpPr>
        <p:spPr>
          <a:xfrm>
            <a:off x="914440" y="3429000"/>
            <a:ext cx="5172797" cy="5607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Pladsholder til dato 11">
            <a:extLst>
              <a:ext uri="{FF2B5EF4-FFF2-40B4-BE49-F238E27FC236}">
                <a16:creationId xmlns:a16="http://schemas.microsoft.com/office/drawing/2014/main" id="{F868FE57-ECE8-FD32-FD17-7F185B924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13" name="Pladsholder til slidenummer 12">
            <a:extLst>
              <a:ext uri="{FF2B5EF4-FFF2-40B4-BE49-F238E27FC236}">
                <a16:creationId xmlns:a16="http://schemas.microsoft.com/office/drawing/2014/main" id="{7595F949-5FDE-7732-F501-DC31F1A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6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Forbindelsesdiagram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VCC → 3V3</a:t>
            </a:r>
          </a:p>
          <a:p>
            <a:r>
              <a:rPr dirty="0"/>
              <a:t>• GND → GND</a:t>
            </a:r>
          </a:p>
          <a:p>
            <a:r>
              <a:rPr dirty="0"/>
              <a:t>• PWM → GPIO (</a:t>
            </a:r>
            <a:r>
              <a:rPr dirty="0" err="1"/>
              <a:t>fx</a:t>
            </a:r>
            <a:r>
              <a:rPr dirty="0"/>
              <a:t> GP1</a:t>
            </a:r>
            <a:r>
              <a:rPr lang="da-DK" dirty="0"/>
              <a:t>6</a:t>
            </a:r>
            <a:r>
              <a:rPr dirty="0"/>
              <a:t>)</a:t>
            </a:r>
          </a:p>
          <a:p>
            <a:r>
              <a:rPr dirty="0"/>
              <a:t>• TX </a:t>
            </a:r>
            <a:r>
              <a:rPr dirty="0" err="1"/>
              <a:t>ikke</a:t>
            </a:r>
            <a:r>
              <a:rPr dirty="0"/>
              <a:t> </a:t>
            </a:r>
            <a:r>
              <a:rPr dirty="0" err="1"/>
              <a:t>brugt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PWM-mode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F8A5B69A-979F-DE3C-37C0-F4085B429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787" y="274778"/>
            <a:ext cx="2374666" cy="2791496"/>
          </a:xfrm>
          <a:prstGeom prst="rect">
            <a:avLst/>
          </a:prstGeom>
        </p:spPr>
      </p:pic>
      <p:pic>
        <p:nvPicPr>
          <p:cNvPr id="6" name="Billede 5" descr="Et billede, der indeholder elektronik, Elektroteknik, kable, Elarbejde&#10;&#10;AI-genereret indhold kan være ukorrekt.">
            <a:extLst>
              <a:ext uri="{FF2B5EF4-FFF2-40B4-BE49-F238E27FC236}">
                <a16:creationId xmlns:a16="http://schemas.microsoft.com/office/drawing/2014/main" id="{D3075DE6-8F6F-07EB-0FDF-69B7830B7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703419" y="1740057"/>
            <a:ext cx="3758453" cy="2818340"/>
          </a:xfrm>
          <a:prstGeom prst="rect">
            <a:avLst/>
          </a:prstGeom>
        </p:spPr>
      </p:pic>
      <p:cxnSp>
        <p:nvCxnSpPr>
          <p:cNvPr id="8" name="Lige forbindelse 7">
            <a:extLst>
              <a:ext uri="{FF2B5EF4-FFF2-40B4-BE49-F238E27FC236}">
                <a16:creationId xmlns:a16="http://schemas.microsoft.com/office/drawing/2014/main" id="{D8CB31D9-2E17-8B73-58AD-0D991812455B}"/>
              </a:ext>
            </a:extLst>
          </p:cNvPr>
          <p:cNvCxnSpPr>
            <a:cxnSpLocks/>
          </p:cNvCxnSpPr>
          <p:nvPr/>
        </p:nvCxnSpPr>
        <p:spPr>
          <a:xfrm flipH="1">
            <a:off x="5211010" y="2319618"/>
            <a:ext cx="2877396" cy="193760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Lige forbindelse 8">
            <a:extLst>
              <a:ext uri="{FF2B5EF4-FFF2-40B4-BE49-F238E27FC236}">
                <a16:creationId xmlns:a16="http://schemas.microsoft.com/office/drawing/2014/main" id="{A50DCE19-C63E-C5C2-6519-7D5BFD6FE7A9}"/>
              </a:ext>
            </a:extLst>
          </p:cNvPr>
          <p:cNvCxnSpPr>
            <a:cxnSpLocks/>
          </p:cNvCxnSpPr>
          <p:nvPr/>
        </p:nvCxnSpPr>
        <p:spPr>
          <a:xfrm flipH="1">
            <a:off x="5163040" y="1748118"/>
            <a:ext cx="3221201" cy="15968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Lige forbindelse 9">
            <a:extLst>
              <a:ext uri="{FF2B5EF4-FFF2-40B4-BE49-F238E27FC236}">
                <a16:creationId xmlns:a16="http://schemas.microsoft.com/office/drawing/2014/main" id="{98C3F7F3-FDE8-8AE2-2EEC-2457A3F763FF}"/>
              </a:ext>
            </a:extLst>
          </p:cNvPr>
          <p:cNvCxnSpPr>
            <a:cxnSpLocks/>
          </p:cNvCxnSpPr>
          <p:nvPr/>
        </p:nvCxnSpPr>
        <p:spPr>
          <a:xfrm flipH="1">
            <a:off x="5118100" y="1465729"/>
            <a:ext cx="3526400" cy="168349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31F0DD9D-C0AA-1446-3E13-3BF290840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16" name="Pladsholder til slidenummer 15">
            <a:extLst>
              <a:ext uri="{FF2B5EF4-FFF2-40B4-BE49-F238E27FC236}">
                <a16:creationId xmlns:a16="http://schemas.microsoft.com/office/drawing/2014/main" id="{CB45C7F4-26AE-413D-0B0F-91F20629B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F2306-DD57-938D-2344-C86C180AD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6FE10-F15E-4148-BD7A-6D33B7F80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Forbindelsesdiagram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DF8D9-4B56-B7E5-724F-A5EF66F6F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640" y="1488613"/>
            <a:ext cx="6347714" cy="3880773"/>
          </a:xfrm>
        </p:spPr>
        <p:txBody>
          <a:bodyPr/>
          <a:lstStyle/>
          <a:p>
            <a:r>
              <a:rPr lang="da-DK" dirty="0"/>
              <a:t>Forbindelser til </a:t>
            </a:r>
            <a:r>
              <a:rPr lang="da-DK" dirty="0" err="1"/>
              <a:t>scopet</a:t>
            </a:r>
            <a:endParaRPr dirty="0"/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55B30E6D-A8FC-2F12-2C19-94E212AF9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16" name="Pladsholder til slidenummer 15">
            <a:extLst>
              <a:ext uri="{FF2B5EF4-FFF2-40B4-BE49-F238E27FC236}">
                <a16:creationId xmlns:a16="http://schemas.microsoft.com/office/drawing/2014/main" id="{BF72A464-D47A-46F5-F4D4-286A300A3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5" name="Billede 4" descr="Et billede, der indeholder tekst, elektronik, bærbar, Elektroteknik&#10;&#10;AI-genereret indhold kan være ukorrekt.">
            <a:extLst>
              <a:ext uri="{FF2B5EF4-FFF2-40B4-BE49-F238E27FC236}">
                <a16:creationId xmlns:a16="http://schemas.microsoft.com/office/drawing/2014/main" id="{86283C01-D655-69C2-EB40-1A0FCF882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069860" y="1934375"/>
            <a:ext cx="5111750" cy="383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709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PWM-signal eksempel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Pulslængden</a:t>
            </a:r>
            <a:r>
              <a:rPr dirty="0"/>
              <a:t> </a:t>
            </a:r>
            <a:r>
              <a:rPr dirty="0" err="1"/>
              <a:t>måles</a:t>
            </a:r>
            <a:r>
              <a:rPr dirty="0"/>
              <a:t> for at </a:t>
            </a:r>
            <a:r>
              <a:rPr dirty="0" err="1"/>
              <a:t>beregne</a:t>
            </a:r>
            <a:r>
              <a:rPr dirty="0"/>
              <a:t> </a:t>
            </a:r>
            <a:r>
              <a:rPr dirty="0" err="1"/>
              <a:t>afstand</a:t>
            </a:r>
            <a:r>
              <a:rPr dirty="0"/>
              <a:t>. Jo </a:t>
            </a:r>
            <a:r>
              <a:rPr dirty="0" err="1"/>
              <a:t>længere</a:t>
            </a:r>
            <a:r>
              <a:rPr dirty="0"/>
              <a:t> HIGH, </a:t>
            </a:r>
            <a:r>
              <a:rPr dirty="0" err="1"/>
              <a:t>desto</a:t>
            </a:r>
            <a:r>
              <a:rPr dirty="0"/>
              <a:t> </a:t>
            </a:r>
            <a:r>
              <a:rPr dirty="0" err="1"/>
              <a:t>større</a:t>
            </a:r>
            <a:r>
              <a:rPr dirty="0"/>
              <a:t> </a:t>
            </a:r>
            <a:r>
              <a:rPr dirty="0" err="1"/>
              <a:t>afstand</a:t>
            </a:r>
            <a:r>
              <a:rPr dirty="0"/>
              <a:t>.</a:t>
            </a:r>
            <a:endParaRPr lang="da-DK" dirty="0"/>
          </a:p>
          <a:p>
            <a:r>
              <a:rPr lang="da-DK" dirty="0"/>
              <a:t>Lineær sammenhæng: Afstand (mm) = Pulslængde (µs) / 10</a:t>
            </a:r>
          </a:p>
          <a:p>
            <a:endParaRPr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464F39E-6CC0-6EA9-4FEF-CDF4EB6A4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43D4783D-AD52-CC5A-EF3F-36B733898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PWM graf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ACF06767-4DBF-7A50-A51B-1DAD298F8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90" y="2076631"/>
            <a:ext cx="6011114" cy="4048690"/>
          </a:xfrm>
          <a:prstGeom prst="rect">
            <a:avLst/>
          </a:prstGeom>
        </p:spPr>
      </p:pic>
      <p:sp>
        <p:nvSpPr>
          <p:cNvPr id="6" name="Pladsholder til dato 5">
            <a:extLst>
              <a:ext uri="{FF2B5EF4-FFF2-40B4-BE49-F238E27FC236}">
                <a16:creationId xmlns:a16="http://schemas.microsoft.com/office/drawing/2014/main" id="{2DFDE505-5A1E-BFD8-82C1-EFA49B06B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7B89325-D65B-38E9-3BB4-B73CE6D63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MicroPython</a:t>
            </a:r>
            <a:r>
              <a:rPr dirty="0"/>
              <a:t> </a:t>
            </a:r>
            <a:r>
              <a:rPr dirty="0" err="1"/>
              <a:t>kode</a:t>
            </a:r>
            <a:r>
              <a:rPr lang="da-DK" dirty="0"/>
              <a:t> </a:t>
            </a:r>
            <a:r>
              <a:rPr lang="da-DK" sz="1600" dirty="0"/>
              <a:t>”Koden ligger i </a:t>
            </a:r>
            <a:r>
              <a:rPr lang="da-DK" sz="1600" dirty="0" err="1"/>
              <a:t>canvas</a:t>
            </a:r>
            <a:r>
              <a:rPr lang="da-DK" sz="1600" dirty="0"/>
              <a:t>”</a:t>
            </a:r>
            <a:endParaRPr sz="1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4752" y="1351430"/>
            <a:ext cx="7297272" cy="468993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import time</a:t>
            </a:r>
            <a:br>
              <a:rPr lang="en-US" dirty="0"/>
            </a:br>
            <a:r>
              <a:rPr lang="en-US" dirty="0"/>
              <a:t>from machine import Pin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gy53 = Pin(16, Pin.IN)  </a:t>
            </a:r>
            <a:r>
              <a:rPr lang="en-US" i="1" dirty="0"/>
              <a:t># Initialize GY-53 I2C pin</a:t>
            </a:r>
            <a:br>
              <a:rPr lang="en-US" i="1" dirty="0"/>
            </a:br>
            <a:br>
              <a:rPr lang="en-US" i="1" dirty="0"/>
            </a:br>
            <a:r>
              <a:rPr lang="en-US" dirty="0"/>
              <a:t>while True:</a:t>
            </a:r>
            <a:br>
              <a:rPr lang="en-US" dirty="0"/>
            </a:br>
            <a:r>
              <a:rPr lang="en-US" dirty="0"/>
              <a:t>    while gy53.value() == True:  </a:t>
            </a:r>
            <a:r>
              <a:rPr lang="en-US" i="1" dirty="0"/>
              <a:t># Wait for the GY-53 to become ready</a:t>
            </a:r>
            <a:br>
              <a:rPr lang="en-US" i="1" dirty="0"/>
            </a:br>
            <a:r>
              <a:rPr lang="en-US" i="1" dirty="0"/>
              <a:t>        #print("Waiting for GY-53 to become ready...")</a:t>
            </a:r>
            <a:br>
              <a:rPr lang="en-US" i="1" dirty="0"/>
            </a:br>
            <a:r>
              <a:rPr lang="en-US" i="1" dirty="0"/>
              <a:t>        </a:t>
            </a:r>
            <a:r>
              <a:rPr lang="en-US" dirty="0"/>
              <a:t>pass</a:t>
            </a:r>
            <a:br>
              <a:rPr lang="en-US" dirty="0"/>
            </a:br>
            <a:r>
              <a:rPr lang="en-US" dirty="0"/>
              <a:t>    while gy53.value() == False:  </a:t>
            </a:r>
            <a:r>
              <a:rPr lang="en-US" i="1" dirty="0"/>
              <a:t># Read the GY-53 data</a:t>
            </a:r>
            <a:br>
              <a:rPr lang="en-US" i="1" dirty="0"/>
            </a:br>
            <a:r>
              <a:rPr lang="en-US" i="1" dirty="0"/>
              <a:t>        #print("Reading GY-53 data...")</a:t>
            </a:r>
            <a:br>
              <a:rPr lang="en-US" i="1" dirty="0"/>
            </a:br>
            <a:r>
              <a:rPr lang="en-US" i="1" dirty="0"/>
              <a:t>        </a:t>
            </a:r>
            <a:r>
              <a:rPr lang="en-US" dirty="0"/>
              <a:t>pass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starttime</a:t>
            </a:r>
            <a:r>
              <a:rPr lang="en-US" dirty="0"/>
              <a:t> = </a:t>
            </a:r>
            <a:r>
              <a:rPr lang="en-US" dirty="0" err="1"/>
              <a:t>time.ticks_us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    while gy53.value() == True:  </a:t>
            </a:r>
            <a:r>
              <a:rPr lang="en-US" i="1" dirty="0"/>
              <a:t># Wait for the GY-53 to finish reading</a:t>
            </a:r>
            <a:br>
              <a:rPr lang="en-US" i="1" dirty="0"/>
            </a:br>
            <a:r>
              <a:rPr lang="en-US" i="1" dirty="0"/>
              <a:t>        #print("Waiting for GY-53 to finish reading...")</a:t>
            </a:r>
            <a:br>
              <a:rPr lang="en-US" i="1" dirty="0"/>
            </a:br>
            <a:r>
              <a:rPr lang="en-US" i="1" dirty="0"/>
              <a:t>        </a:t>
            </a:r>
            <a:r>
              <a:rPr lang="en-US" dirty="0"/>
              <a:t>pass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endtime</a:t>
            </a:r>
            <a:r>
              <a:rPr lang="en-US" dirty="0"/>
              <a:t> = </a:t>
            </a:r>
            <a:r>
              <a:rPr lang="en-US" dirty="0" err="1"/>
              <a:t>time.ticks_us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    print("Time elapsed: ", (</a:t>
            </a:r>
            <a:r>
              <a:rPr lang="en-US" dirty="0" err="1"/>
              <a:t>endtime</a:t>
            </a:r>
            <a:r>
              <a:rPr lang="en-US" dirty="0"/>
              <a:t> - </a:t>
            </a:r>
            <a:r>
              <a:rPr lang="en-US" dirty="0" err="1"/>
              <a:t>starttime</a:t>
            </a:r>
            <a:r>
              <a:rPr lang="en-US" dirty="0"/>
              <a:t>) / 1000, "</a:t>
            </a:r>
            <a:r>
              <a:rPr lang="en-US" dirty="0" err="1"/>
              <a:t>ms</a:t>
            </a:r>
            <a:r>
              <a:rPr lang="en-US" dirty="0"/>
              <a:t>")</a:t>
            </a:r>
            <a:br>
              <a:rPr lang="en-US" dirty="0"/>
            </a:br>
            <a:r>
              <a:rPr lang="en-US" dirty="0"/>
              <a:t>    print("</a:t>
            </a:r>
            <a:r>
              <a:rPr lang="en-US" dirty="0" err="1"/>
              <a:t>Millimterters</a:t>
            </a:r>
            <a:r>
              <a:rPr lang="en-US" dirty="0"/>
              <a:t>: ", (</a:t>
            </a:r>
            <a:r>
              <a:rPr lang="en-US" dirty="0" err="1"/>
              <a:t>endtime</a:t>
            </a:r>
            <a:r>
              <a:rPr lang="en-US" dirty="0"/>
              <a:t> - </a:t>
            </a:r>
            <a:r>
              <a:rPr lang="en-US" dirty="0" err="1"/>
              <a:t>starttime</a:t>
            </a:r>
            <a:r>
              <a:rPr lang="en-US" dirty="0"/>
              <a:t>) / 1000 / 10, "m")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time.sleep</a:t>
            </a:r>
            <a:r>
              <a:rPr lang="en-US" dirty="0"/>
              <a:t>(1)  </a:t>
            </a:r>
            <a:r>
              <a:rPr lang="en-US" i="1" dirty="0"/>
              <a:t># Wait for 1 second before starting the next measurement</a:t>
            </a:r>
            <a:endParaRPr lang="en-US" dirty="0"/>
          </a:p>
          <a:p>
            <a:endParaRPr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CF139BA-79DD-5FEF-D7C1-6A2F31880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C88E8CE-8BCF-91B1-6080-98B5448EC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PWM vs I²C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Fordele:</a:t>
            </a:r>
          </a:p>
          <a:p>
            <a:r>
              <a:t>• Enkel implementering</a:t>
            </a:r>
          </a:p>
          <a:p>
            <a:r>
              <a:t>• Ingen adressering</a:t>
            </a:r>
          </a:p>
          <a:p>
            <a:endParaRPr/>
          </a:p>
          <a:p>
            <a:r>
              <a:t>Ulemper:</a:t>
            </a:r>
          </a:p>
          <a:p>
            <a:r>
              <a:t>• Mindre robust mod støj</a:t>
            </a:r>
          </a:p>
          <a:p>
            <a:r>
              <a:t>• Kræver præcis timing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06AE32E0-1F87-72BD-3146-91B27D105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113" y="1632962"/>
            <a:ext cx="2347757" cy="2759863"/>
          </a:xfrm>
          <a:prstGeom prst="rect">
            <a:avLst/>
          </a:prstGeom>
        </p:spPr>
      </p:pic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BC4962D-D81F-E6BA-F556-9BE2C0736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3DC3625-325B-2F28-258A-74A962B01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594068-3AC2-5EA8-7611-AF3B63E8E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Data fra datablad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00CF4A6B-51B0-5129-BD1C-2D4E96D983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728" y="2160588"/>
            <a:ext cx="5714156" cy="3881437"/>
          </a:xfrm>
          <a:prstGeom prst="rect">
            <a:avLst/>
          </a:prstGeom>
        </p:spPr>
      </p:pic>
      <p:sp>
        <p:nvSpPr>
          <p:cNvPr id="6" name="Pladsholder til dato 5">
            <a:extLst>
              <a:ext uri="{FF2B5EF4-FFF2-40B4-BE49-F238E27FC236}">
                <a16:creationId xmlns:a16="http://schemas.microsoft.com/office/drawing/2014/main" id="{DB408B5C-80B8-C630-EE1F-CB10D4622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FC4B779F-05D3-2E64-0B5B-CC08A39A0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65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Anvendelser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Robotter til afstandsmåling</a:t>
            </a:r>
          </a:p>
          <a:p>
            <a:r>
              <a:t>• Droner til højdeovervågning</a:t>
            </a:r>
          </a:p>
          <a:p>
            <a:r>
              <a:t>• IoT-enheder med lav kompleksitet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7121954-D32F-DAC7-D8C3-E82E60EEB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44BAF9A7-BB41-9947-E190-F27E67FB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D780AB-5615-A77D-3982-015CE10A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4CC2BA9-E9F9-92BD-1014-7EC1526FE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Få 3 </a:t>
            </a:r>
            <a:r>
              <a:rPr lang="da-DK" dirty="0" err="1"/>
              <a:t>LED’er</a:t>
            </a:r>
            <a:r>
              <a:rPr lang="da-DK" dirty="0"/>
              <a:t> til at lys, når et emne er indenfor en bestemt afstand. F.eks.</a:t>
            </a:r>
          </a:p>
          <a:p>
            <a:r>
              <a:rPr lang="da-DK" dirty="0"/>
              <a:t>0-10cm</a:t>
            </a:r>
          </a:p>
          <a:p>
            <a:r>
              <a:rPr lang="da-DK" dirty="0"/>
              <a:t>11-20cm</a:t>
            </a:r>
          </a:p>
          <a:p>
            <a:r>
              <a:rPr lang="da-DK" dirty="0"/>
              <a:t>21-30cm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8C0E32C-3AE3-A241-BCD0-CCB325D2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11/14/2025</a:t>
            </a:r>
            <a:endParaRPr lang="en-US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E1EBA2F6-14C5-7784-7806-61B67093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pic>
        <p:nvPicPr>
          <p:cNvPr id="7" name="Billede 6" descr="Et billede, der indeholder elektronik, kredsløb, Elektronisk komponent, Kredsløbskomponent&#10;&#10;AI-genereret indhold kan være ukorrekt.">
            <a:extLst>
              <a:ext uri="{FF2B5EF4-FFF2-40B4-BE49-F238E27FC236}">
                <a16:creationId xmlns:a16="http://schemas.microsoft.com/office/drawing/2014/main" id="{CE1AB8A4-8D9E-1F74-7A58-423DC22C9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623" y="2719407"/>
            <a:ext cx="3576670" cy="3880773"/>
          </a:xfrm>
          <a:prstGeom prst="rect">
            <a:avLst/>
          </a:prstGeom>
        </p:spPr>
      </p:pic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5A60BAC0-1D44-123F-0D9B-02444AD13EB6}"/>
              </a:ext>
            </a:extLst>
          </p:cNvPr>
          <p:cNvCxnSpPr/>
          <p:nvPr/>
        </p:nvCxnSpPr>
        <p:spPr>
          <a:xfrm>
            <a:off x="1897552" y="3011332"/>
            <a:ext cx="3042271" cy="1134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" name="Lige pilforbindelse 9">
            <a:extLst>
              <a:ext uri="{FF2B5EF4-FFF2-40B4-BE49-F238E27FC236}">
                <a16:creationId xmlns:a16="http://schemas.microsoft.com/office/drawing/2014/main" id="{C0BDAF7B-C25F-1A48-6DD9-5C25E6020051}"/>
              </a:ext>
            </a:extLst>
          </p:cNvPr>
          <p:cNvCxnSpPr>
            <a:cxnSpLocks/>
          </p:cNvCxnSpPr>
          <p:nvPr/>
        </p:nvCxnSpPr>
        <p:spPr>
          <a:xfrm>
            <a:off x="1973751" y="3435213"/>
            <a:ext cx="2966072" cy="1134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Lige pilforbindelse 10">
            <a:extLst>
              <a:ext uri="{FF2B5EF4-FFF2-40B4-BE49-F238E27FC236}">
                <a16:creationId xmlns:a16="http://schemas.microsoft.com/office/drawing/2014/main" id="{6736016C-5699-0307-23AD-E88C05342495}"/>
              </a:ext>
            </a:extLst>
          </p:cNvPr>
          <p:cNvCxnSpPr>
            <a:cxnSpLocks/>
          </p:cNvCxnSpPr>
          <p:nvPr/>
        </p:nvCxnSpPr>
        <p:spPr>
          <a:xfrm>
            <a:off x="2049951" y="3857059"/>
            <a:ext cx="2889872" cy="567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074617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b29427a-4ed3-4f0e-a3ff-ced1342f64ac}" enabled="0" method="" siteId="{1b29427a-4ed3-4f0e-a3ff-ced1342f64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165</TotalTime>
  <Words>571</Words>
  <Application>Microsoft Office PowerPoint</Application>
  <PresentationFormat>Skærmshow (4:3)</PresentationFormat>
  <Paragraphs>72</Paragraphs>
  <Slides>13</Slides>
  <Notes>5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13</vt:i4>
      </vt:variant>
    </vt:vector>
  </HeadingPairs>
  <TitlesOfParts>
    <vt:vector size="18" baseType="lpstr">
      <vt:lpstr>Aptos</vt:lpstr>
      <vt:lpstr>Arial</vt:lpstr>
      <vt:lpstr>Trebuchet MS</vt:lpstr>
      <vt:lpstr>Wingdings 3</vt:lpstr>
      <vt:lpstr>Facet</vt:lpstr>
      <vt:lpstr>GY-53 ToF Sensor med PWM på Raspberry Pi Pico</vt:lpstr>
      <vt:lpstr>Oversigt over GY-53 sensor</vt:lpstr>
      <vt:lpstr>PWM-princippet</vt:lpstr>
      <vt:lpstr>Data fra datablad</vt:lpstr>
      <vt:lpstr>Forbindelsesdiagram</vt:lpstr>
      <vt:lpstr>Forbindelsesdiagram</vt:lpstr>
      <vt:lpstr>PWM-signal eksempel</vt:lpstr>
      <vt:lpstr>PWM graf</vt:lpstr>
      <vt:lpstr>MicroPython kode ”Koden ligger i canvas”</vt:lpstr>
      <vt:lpstr>PWM vs I²C</vt:lpstr>
      <vt:lpstr>Data fra datablad</vt:lpstr>
      <vt:lpstr>Anvendelser</vt:lpstr>
      <vt:lpstr>Opgave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Lasse Kaae (adjunkt – lkaa@eaaa.dk)</cp:lastModifiedBy>
  <cp:revision>2</cp:revision>
  <dcterms:created xsi:type="dcterms:W3CDTF">2013-01-27T09:14:16Z</dcterms:created>
  <dcterms:modified xsi:type="dcterms:W3CDTF">2025-11-19T09:35:51Z</dcterms:modified>
  <cp:category/>
</cp:coreProperties>
</file>